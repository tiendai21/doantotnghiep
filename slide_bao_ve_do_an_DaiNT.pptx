
<file path=[Content_Types].xml><?xml version="1.0" encoding="utf-8"?>
<Types xmlns="http://schemas.openxmlformats.org/package/2006/content-types">
  <Default Extension="emf" ContentType="image/x-emf"/>
  <Default Extension="fntdata" ContentType="application/x-fontdata"/>
  <Default Extension="gif" ContentType="image/gif"/>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674" r:id="rId3"/>
    <p:sldMasterId id="2147483687" r:id="rId4"/>
    <p:sldMasterId id="2147483713" r:id="rId5"/>
  </p:sldMasterIdLst>
  <p:notesMasterIdLst>
    <p:notesMasterId r:id="rId25"/>
  </p:notesMasterIdLst>
  <p:sldIdLst>
    <p:sldId id="256" r:id="rId6"/>
    <p:sldId id="257" r:id="rId7"/>
    <p:sldId id="258" r:id="rId8"/>
    <p:sldId id="259" r:id="rId9"/>
    <p:sldId id="260" r:id="rId10"/>
    <p:sldId id="261" r:id="rId11"/>
    <p:sldId id="276" r:id="rId12"/>
    <p:sldId id="265" r:id="rId13"/>
    <p:sldId id="263" r:id="rId14"/>
    <p:sldId id="262" r:id="rId15"/>
    <p:sldId id="267" r:id="rId16"/>
    <p:sldId id="268" r:id="rId17"/>
    <p:sldId id="269" r:id="rId18"/>
    <p:sldId id="270" r:id="rId19"/>
    <p:sldId id="271" r:id="rId20"/>
    <p:sldId id="272" r:id="rId21"/>
    <p:sldId id="273" r:id="rId22"/>
    <p:sldId id="274" r:id="rId23"/>
    <p:sldId id="275" r:id="rId24"/>
  </p:sldIdLst>
  <p:sldSz cx="12192000" cy="6858000"/>
  <p:notesSz cx="6858000" cy="9144000"/>
  <p:embeddedFontLst>
    <p:embeddedFont>
      <p:font typeface="Calibri" panose="020F0502020204030204" pitchFamily="34" charset="0"/>
      <p:regular r:id="rId26"/>
      <p:bold r:id="rId27"/>
      <p:italic r:id="rId28"/>
      <p:boldItalic r:id="rId29"/>
    </p:embeddedFont>
    <p:embeddedFont>
      <p:font typeface="Century Gothic" panose="020B0502020202020204" pitchFamily="34" charset="0"/>
      <p:regular r:id="rId30"/>
      <p:bold r:id="rId31"/>
      <p:italic r:id="rId32"/>
      <p:boldItalic r:id="rId33"/>
    </p:embeddedFont>
    <p:embeddedFont>
      <p:font typeface="Microsoft Yahei" panose="020B0503020204020204" pitchFamily="34" charset="-122"/>
      <p:regular r:id="rId34"/>
      <p:bold r:id="rId35"/>
    </p:embeddedFont>
    <p:embeddedFont>
      <p:font typeface="Microsoft Yahei" panose="020B0503020204020204" pitchFamily="34" charset="-122"/>
      <p:regular r:id="rId34"/>
      <p:bold r:id="rId35"/>
    </p:embeddedFont>
    <p:embeddedFont>
      <p:font typeface="Noto Sans" panose="020B0502040504020204" pitchFamily="34" charset="0"/>
      <p:regular r:id="rId36"/>
      <p:bold r:id="rId37"/>
      <p:italic r:id="rId38"/>
      <p:boldItalic r:id="rId39"/>
    </p:embeddedFont>
    <p:embeddedFont>
      <p:font typeface="Oi" panose="020B0604020202020204" charset="0"/>
      <p:regular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1" roundtripDataSignature="AMtx7mh6DCZPBZwCvH5cz8moYAxARzkfm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3147214-494D-4D24-A422-49F3E359CDB5}">
  <a:tblStyle styleId="{53147214-494D-4D24-A422-49F3E359CDB5}"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FE7E7"/>
          </a:solidFill>
        </a:fill>
      </a:tcStyle>
    </a:wholeTbl>
    <a:band1H>
      <a:tcTxStyle/>
      <a:tcStyle>
        <a:tcBdr/>
        <a:fill>
          <a:solidFill>
            <a:srgbClr val="FFCCCC"/>
          </a:solidFill>
        </a:fill>
      </a:tcStyle>
    </a:band1H>
    <a:band2H>
      <a:tcTxStyle/>
      <a:tcStyle>
        <a:tcBdr/>
      </a:tcStyle>
    </a:band2H>
    <a:band1V>
      <a:tcTxStyle/>
      <a:tcStyle>
        <a:tcBdr/>
        <a:fill>
          <a:solidFill>
            <a:srgbClr val="FFCCCC"/>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123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16.xml"/><Relationship Id="rId34" Type="http://schemas.openxmlformats.org/officeDocument/2006/relationships/font" Target="fonts/font9.fntdata"/><Relationship Id="rId42"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font" Target="fonts/font6.fntdata"/><Relationship Id="rId44"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5.xml"/><Relationship Id="rId41"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533520" y="764280"/>
            <a:ext cx="6704640" cy="377136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777240" y="4777560"/>
            <a:ext cx="6217560" cy="452592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hdr" idx="3"/>
          </p:nvPr>
        </p:nvSpPr>
        <p:spPr>
          <a:xfrm>
            <a:off x="0" y="0"/>
            <a:ext cx="3372840" cy="502560"/>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 name="Google Shape;6;n"/>
          <p:cNvSpPr txBox="1">
            <a:spLocks noGrp="1"/>
          </p:cNvSpPr>
          <p:nvPr>
            <p:ph type="dt" idx="10"/>
          </p:nvPr>
        </p:nvSpPr>
        <p:spPr>
          <a:xfrm>
            <a:off x="4399200" y="0"/>
            <a:ext cx="3372840" cy="502560"/>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9555480"/>
            <a:ext cx="3372840" cy="502560"/>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4399200" y="9555480"/>
            <a:ext cx="3372840" cy="502560"/>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fld id="{00000000-1234-1234-1234-123412341234}" type="slidenum">
              <a:rPr lang="en-US" sz="1400" b="0" i="0" u="none" strike="noStrike" cap="none">
                <a:solidFill>
                  <a:schemeClr val="dk1"/>
                </a:solidFill>
                <a:latin typeface="Times New Roman"/>
                <a:ea typeface="Times New Roman"/>
                <a:cs typeface="Times New Roman"/>
                <a:sym typeface="Times New Roman"/>
              </a:rPr>
              <a:t>‹#›</a:t>
            </a:fld>
            <a:endParaRPr sz="1400" b="0" i="0" u="none" strike="noStrike" cap="none">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1: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0" name="Google Shape;460;p1:notes"/>
          <p:cNvSpPr txBox="1">
            <a:spLocks noGrp="1"/>
          </p:cNvSpPr>
          <p:nvPr>
            <p:ph type="body" idx="1"/>
          </p:nvPr>
        </p:nvSpPr>
        <p:spPr>
          <a:xfrm>
            <a:off x="777240" y="4777560"/>
            <a:ext cx="6217560" cy="45259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61" name="Google Shape;461;p1:notes"/>
          <p:cNvSpPr txBox="1">
            <a:spLocks noGrp="1"/>
          </p:cNvSpPr>
          <p:nvPr>
            <p:ph type="sldNum" idx="12"/>
          </p:nvPr>
        </p:nvSpPr>
        <p:spPr>
          <a:xfrm>
            <a:off x="4399200" y="9555480"/>
            <a:ext cx="3372840" cy="50256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sz="1400" b="0" strike="noStrike">
                <a:latin typeface="Times New Roman"/>
                <a:ea typeface="Times New Roman"/>
                <a:cs typeface="Times New Roman"/>
                <a:sym typeface="Times New Roman"/>
              </a:rPr>
              <a:t>1</a:t>
            </a:fld>
            <a:endParaRPr sz="1400" b="0" strike="noStrike">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2:notes"/>
          <p:cNvSpPr txBox="1">
            <a:spLocks noGrp="1"/>
          </p:cNvSpPr>
          <p:nvPr>
            <p:ph type="body" idx="1"/>
          </p:nvPr>
        </p:nvSpPr>
        <p:spPr>
          <a:xfrm>
            <a:off x="777240" y="4777560"/>
            <a:ext cx="6217560" cy="452592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77" name="Google Shape;477;p2: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p3:notes"/>
          <p:cNvSpPr txBox="1">
            <a:spLocks noGrp="1"/>
          </p:cNvSpPr>
          <p:nvPr>
            <p:ph type="body" idx="1"/>
          </p:nvPr>
        </p:nvSpPr>
        <p:spPr>
          <a:xfrm>
            <a:off x="777240" y="4777560"/>
            <a:ext cx="6217560" cy="452592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89" name="Google Shape;489;p3: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46" name="Google Shape;546;p4: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2000" b="0" strike="noStrike">
              <a:latin typeface="Arial"/>
              <a:ea typeface="Arial"/>
              <a:cs typeface="Arial"/>
              <a:sym typeface="Arial"/>
            </a:endParaRPr>
          </a:p>
        </p:txBody>
      </p:sp>
      <p:sp>
        <p:nvSpPr>
          <p:cNvPr id="547" name="Google Shape;547;p4: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US" sz="1200" b="0" strike="noStrike">
                <a:solidFill>
                  <a:srgbClr val="000000"/>
                </a:solidFill>
                <a:latin typeface="Arial"/>
                <a:ea typeface="Arial"/>
                <a:cs typeface="Arial"/>
                <a:sym typeface="Arial"/>
              </a:rPr>
              <a:t>4</a:t>
            </a:fld>
            <a:endParaRPr sz="1200" b="0"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0" name="Google Shape;570;p5: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2000" b="0" strike="noStrike">
              <a:latin typeface="Arial"/>
              <a:ea typeface="Arial"/>
              <a:cs typeface="Arial"/>
              <a:sym typeface="Arial"/>
            </a:endParaRPr>
          </a:p>
        </p:txBody>
      </p:sp>
      <p:sp>
        <p:nvSpPr>
          <p:cNvPr id="571" name="Google Shape;571;p5: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US" sz="1200" b="0" strike="noStrike">
                <a:solidFill>
                  <a:srgbClr val="000000"/>
                </a:solidFill>
                <a:latin typeface="Arial"/>
                <a:ea typeface="Arial"/>
                <a:cs typeface="Arial"/>
                <a:sym typeface="Arial"/>
              </a:rPr>
              <a:t>5</a:t>
            </a:fld>
            <a:endParaRPr sz="1200" b="0"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p6: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88" name="Google Shape;588;p6:notes"/>
          <p:cNvSpPr txBox="1">
            <a:spLocks noGrp="1"/>
          </p:cNvSpPr>
          <p:nvPr>
            <p:ph type="body" idx="1"/>
          </p:nvPr>
        </p:nvSpPr>
        <p:spPr>
          <a:xfrm>
            <a:off x="777240" y="4777560"/>
            <a:ext cx="6217560" cy="45259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89" name="Google Shape;589;p6:notes"/>
          <p:cNvSpPr txBox="1">
            <a:spLocks noGrp="1"/>
          </p:cNvSpPr>
          <p:nvPr>
            <p:ph type="sldNum" idx="12"/>
          </p:nvPr>
        </p:nvSpPr>
        <p:spPr>
          <a:xfrm>
            <a:off x="4399200" y="9555480"/>
            <a:ext cx="3372840" cy="50256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sz="1400" b="0" strike="noStrike">
                <a:latin typeface="Times New Roman"/>
                <a:ea typeface="Times New Roman"/>
                <a:cs typeface="Times New Roman"/>
                <a:sym typeface="Times New Roman"/>
              </a:rPr>
              <a:t>6</a:t>
            </a:fld>
            <a:endParaRPr sz="1400" b="0" strike="noStrike">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Google Shape;71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17" name="Google Shape;717;p10: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000" b="0" strike="noStrike">
                <a:latin typeface="Arial"/>
                <a:ea typeface="Arial"/>
                <a:cs typeface="Arial"/>
                <a:sym typeface="Arial"/>
              </a:rPr>
              <a:t>để giải quyết vấn đề cấp thiết ở trên e đã đặt ra các mục tiêu cụ thể như sau</a:t>
            </a:r>
            <a:endParaRPr sz="2000" b="0" strike="noStrike">
              <a:latin typeface="Arial"/>
              <a:ea typeface="Arial"/>
              <a:cs typeface="Arial"/>
              <a:sym typeface="Arial"/>
            </a:endParaRPr>
          </a:p>
        </p:txBody>
      </p:sp>
      <p:sp>
        <p:nvSpPr>
          <p:cNvPr id="718" name="Google Shape;718;p10: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US" sz="1200" b="0" strike="noStrike">
                <a:solidFill>
                  <a:srgbClr val="000000"/>
                </a:solidFill>
                <a:latin typeface="Arial"/>
                <a:ea typeface="Arial"/>
                <a:cs typeface="Arial"/>
                <a:sym typeface="Arial"/>
              </a:rPr>
              <a:t>8</a:t>
            </a:fld>
            <a:endParaRPr sz="1200" b="0"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2" name="Google Shape;632;p8: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2000" b="0" strike="noStrike">
              <a:latin typeface="Arial"/>
              <a:ea typeface="Arial"/>
              <a:cs typeface="Arial"/>
              <a:sym typeface="Arial"/>
            </a:endParaRPr>
          </a:p>
        </p:txBody>
      </p:sp>
      <p:sp>
        <p:nvSpPr>
          <p:cNvPr id="633" name="Google Shape;633;p8: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US" sz="1200" b="0" strike="noStrike">
                <a:solidFill>
                  <a:srgbClr val="000000"/>
                </a:solidFill>
                <a:latin typeface="Arial"/>
                <a:ea typeface="Arial"/>
                <a:cs typeface="Arial"/>
                <a:sym typeface="Arial"/>
              </a:rPr>
              <a:t>9</a:t>
            </a:fld>
            <a:endParaRPr sz="1200" b="0"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Google Shape;621;p7: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22" name="Google Shape;622;p7:notes"/>
          <p:cNvSpPr txBox="1">
            <a:spLocks noGrp="1"/>
          </p:cNvSpPr>
          <p:nvPr>
            <p:ph type="body" idx="1"/>
          </p:nvPr>
        </p:nvSpPr>
        <p:spPr>
          <a:xfrm>
            <a:off x="777240" y="4777560"/>
            <a:ext cx="6217560" cy="4525920"/>
          </a:xfrm>
          <a:prstGeom prst="rect">
            <a:avLst/>
          </a:prstGeom>
          <a:noFill/>
          <a:ln>
            <a:noFill/>
          </a:ln>
        </p:spPr>
        <p:txBody>
          <a:bodyPr spcFirstLastPara="1" wrap="square" lIns="0" tIns="0" rIns="0" bIns="0" anchor="t" anchorCtr="0">
            <a:noAutofit/>
          </a:bodyPr>
          <a:lstStyle/>
          <a:p>
            <a:pPr marL="228600" lvl="0" indent="-228600" algn="l" rtl="0">
              <a:spcBef>
                <a:spcPts val="0"/>
              </a:spcBef>
              <a:spcAft>
                <a:spcPts val="0"/>
              </a:spcAft>
              <a:buClr>
                <a:schemeClr val="dk1"/>
              </a:buClr>
              <a:buSzPts val="1200"/>
              <a:buFont typeface="Arial"/>
              <a:buAutoNum type="arabicPeriod"/>
            </a:pPr>
            <a:r>
              <a:rPr lang="en-US"/>
              <a:t>Mvc</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MVC (Model – View - Controller) là một design partern đã tồn tại rất lâu trong ngành công nghệ phần mềm. Một ứng dụng viết theo mô hình MVC sẽ bao gồm 3 thành phần tách biệt nhau đó là Model, View, Controller</a:t>
            </a:r>
            <a:endParaRPr sz="120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r>
              <a:rPr lang="en-US" sz="1200" i="0">
                <a:solidFill>
                  <a:schemeClr val="dk1"/>
                </a:solidFill>
                <a:latin typeface="Arial"/>
                <a:ea typeface="Arial"/>
                <a:cs typeface="Arial"/>
                <a:sym typeface="Arial"/>
              </a:rPr>
              <a:t>mô hình MVC giúp tách biệt 3 tầng trong mô hình lập trình web, vì vậy giúp tối ưu ứng dụng, dễ dàng thêm mới và chỉnh sửa code hoặc giao diện.</a:t>
            </a:r>
            <a:endParaRPr sz="1200" i="1">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endParaRPr/>
          </a:p>
          <a:p>
            <a:pPr marL="0" marR="0" lvl="0" indent="0" algn="l" rtl="0">
              <a:lnSpc>
                <a:spcPct val="100000"/>
              </a:lnSpc>
              <a:spcBef>
                <a:spcPts val="0"/>
              </a:spcBef>
              <a:spcAft>
                <a:spcPts val="0"/>
              </a:spcAft>
              <a:buClr>
                <a:schemeClr val="dk1"/>
              </a:buClr>
              <a:buSzPts val="1200"/>
              <a:buFont typeface="Arial"/>
              <a:buNone/>
            </a:pPr>
            <a:r>
              <a:rPr lang="en-US" sz="1200" b="0" i="0">
                <a:solidFill>
                  <a:schemeClr val="dk1"/>
                </a:solidFill>
                <a:latin typeface="Arial"/>
                <a:ea typeface="Arial"/>
                <a:cs typeface="Arial"/>
                <a:sym typeface="Arial"/>
              </a:rPr>
              <a:t>Model (dữ liệu), View (giao diện) và Controller (bộ điều khiển).</a:t>
            </a:r>
            <a:endParaRPr sz="1200" i="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endParaRPr sz="1200" i="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r>
              <a:rPr lang="en-US" sz="1200" i="0">
                <a:solidFill>
                  <a:schemeClr val="dk1"/>
                </a:solidFill>
                <a:latin typeface="Arial"/>
                <a:ea typeface="Arial"/>
                <a:cs typeface="Arial"/>
                <a:sym typeface="Arial"/>
              </a:rPr>
              <a:t>Model: ở phần trước mình đã nhắc lại cho các bạn về 3 tầng trong mô hình</a:t>
            </a:r>
            <a:endParaRPr sz="1200" i="1">
              <a:solidFill>
                <a:schemeClr val="dk1"/>
              </a:solidFill>
              <a:latin typeface="Arial"/>
              <a:ea typeface="Arial"/>
              <a:cs typeface="Arial"/>
              <a:sym typeface="Arial"/>
            </a:endParaRPr>
          </a:p>
          <a:p>
            <a:pPr marL="0" lvl="0" indent="0" algn="l" rtl="0">
              <a:spcBef>
                <a:spcPts val="0"/>
              </a:spcBef>
              <a:spcAft>
                <a:spcPts val="0"/>
              </a:spcAft>
              <a:buNone/>
            </a:pPr>
            <a:r>
              <a:rPr lang="en-US" sz="1200" i="0">
                <a:solidFill>
                  <a:schemeClr val="dk1"/>
                </a:solidFill>
                <a:latin typeface="Arial"/>
                <a:ea typeface="Arial"/>
                <a:cs typeface="Arial"/>
                <a:sym typeface="Arial"/>
              </a:rPr>
              <a:t>View: là tầng giao diện, hiển thị dữ liệu được truy xuất từ tầng model</a:t>
            </a:r>
            <a:endParaRPr sz="1200" i="0">
              <a:solidFill>
                <a:schemeClr val="dk1"/>
              </a:solidFill>
              <a:latin typeface="Arial"/>
              <a:ea typeface="Arial"/>
              <a:cs typeface="Arial"/>
              <a:sym typeface="Arial"/>
            </a:endParaRPr>
          </a:p>
          <a:p>
            <a:pPr marL="0" lvl="0" indent="0" algn="l" rtl="0">
              <a:spcBef>
                <a:spcPts val="0"/>
              </a:spcBef>
              <a:spcAft>
                <a:spcPts val="0"/>
              </a:spcAft>
              <a:buNone/>
            </a:pPr>
            <a:r>
              <a:rPr lang="en-US" sz="1200" i="0">
                <a:solidFill>
                  <a:schemeClr val="dk1"/>
                </a:solidFill>
                <a:latin typeface="Arial"/>
                <a:ea typeface="Arial"/>
                <a:cs typeface="Arial"/>
                <a:sym typeface="Arial"/>
              </a:rPr>
              <a:t>Controller: đây là tầng giúp kết nối giữa tầng model và tầng view trong mô hình MVC, có nghĩa là nếu phía client yêu cầu hiển thị dữ liệu thì controller gọi giữ liệu từ model và trả về cho view vì view tương tác trực tiếp với client</a:t>
            </a:r>
            <a:endParaRPr sz="1200" i="1">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Cơ chế hoạt động</a:t>
            </a:r>
            <a:endParaRPr/>
          </a:p>
          <a:p>
            <a:pPr marL="0" lvl="0" indent="0" algn="l" rtl="0">
              <a:spcBef>
                <a:spcPts val="0"/>
              </a:spcBef>
              <a:spcAft>
                <a:spcPts val="0"/>
              </a:spcAft>
              <a:buNone/>
            </a:pPr>
            <a:r>
              <a:rPr lang="en-US" sz="1200">
                <a:solidFill>
                  <a:schemeClr val="dk1"/>
                </a:solidFill>
                <a:latin typeface="Arial"/>
                <a:ea typeface="Arial"/>
                <a:cs typeface="Arial"/>
                <a:sym typeface="Arial"/>
              </a:rPr>
              <a:t>User gửi 1 yêu cầu tới server bằng cách truyền vào 1 URL trong browser </a:t>
            </a:r>
            <a:endParaRPr sz="1200">
              <a:solidFill>
                <a:schemeClr val="dk1"/>
              </a:solidFill>
              <a:latin typeface="Arial"/>
              <a:ea typeface="Arial"/>
              <a:cs typeface="Arial"/>
              <a:sym typeface="Arial"/>
            </a:endParaRPr>
          </a:p>
          <a:p>
            <a:pPr marL="0" lvl="0" indent="0" algn="l" rtl="0">
              <a:spcBef>
                <a:spcPts val="0"/>
              </a:spcBef>
              <a:spcAft>
                <a:spcPts val="0"/>
              </a:spcAft>
              <a:buNone/>
            </a:pPr>
            <a:r>
              <a:rPr lang="en-US" sz="1200">
                <a:solidFill>
                  <a:schemeClr val="dk1"/>
                </a:solidFill>
                <a:latin typeface="Arial"/>
                <a:ea typeface="Arial"/>
                <a:cs typeface="Arial"/>
                <a:sym typeface="Arial"/>
              </a:rPr>
              <a:t>Yêu cầu đó được gửi tới controller đầu tiên, controller sẽ xử lý yêu cầu, nếu yêu cầu cần truy xuất dữ liệu thì controller sẽ chuyển qua tầng model </a:t>
            </a:r>
            <a:endParaRPr sz="1200">
              <a:solidFill>
                <a:schemeClr val="dk1"/>
              </a:solidFill>
              <a:latin typeface="Arial"/>
              <a:ea typeface="Arial"/>
              <a:cs typeface="Arial"/>
              <a:sym typeface="Arial"/>
            </a:endParaRPr>
          </a:p>
          <a:p>
            <a:pPr marL="0" lvl="0" indent="0" algn="l" rtl="0">
              <a:spcBef>
                <a:spcPts val="0"/>
              </a:spcBef>
              <a:spcAft>
                <a:spcPts val="0"/>
              </a:spcAft>
              <a:buNone/>
            </a:pPr>
            <a:r>
              <a:rPr lang="en-US" sz="1200">
                <a:solidFill>
                  <a:schemeClr val="dk1"/>
                </a:solidFill>
                <a:latin typeface="Arial"/>
                <a:ea typeface="Arial"/>
                <a:cs typeface="Arial"/>
                <a:sym typeface="Arial"/>
              </a:rPr>
              <a:t>Tại tầng model, dữ liệu được truy xuất từ database và sau đó truyền qua view thông qua controller </a:t>
            </a:r>
            <a:endParaRPr sz="1200">
              <a:solidFill>
                <a:schemeClr val="dk1"/>
              </a:solidFill>
              <a:latin typeface="Arial"/>
              <a:ea typeface="Arial"/>
              <a:cs typeface="Arial"/>
              <a:sym typeface="Arial"/>
            </a:endParaRPr>
          </a:p>
          <a:p>
            <a:pPr marL="0" lvl="0" indent="0" algn="l" rtl="0">
              <a:spcBef>
                <a:spcPts val="0"/>
              </a:spcBef>
              <a:spcAft>
                <a:spcPts val="0"/>
              </a:spcAft>
              <a:buNone/>
            </a:pPr>
            <a:r>
              <a:rPr lang="en-US" sz="1200">
                <a:solidFill>
                  <a:schemeClr val="dk1"/>
                </a:solidFill>
                <a:latin typeface="Arial"/>
                <a:ea typeface="Arial"/>
                <a:cs typeface="Arial"/>
                <a:sym typeface="Arial"/>
              </a:rPr>
              <a:t>Controller sẽ giúp dữ liệu được chuyển từ model qua view </a:t>
            </a:r>
            <a:endParaRPr sz="1200">
              <a:solidFill>
                <a:schemeClr val="dk1"/>
              </a:solidFill>
              <a:latin typeface="Arial"/>
              <a:ea typeface="Arial"/>
              <a:cs typeface="Arial"/>
              <a:sym typeface="Arial"/>
            </a:endParaRPr>
          </a:p>
          <a:p>
            <a:pPr marL="0" lvl="0" indent="0" algn="l" rtl="0">
              <a:spcBef>
                <a:spcPts val="0"/>
              </a:spcBef>
              <a:spcAft>
                <a:spcPts val="0"/>
              </a:spcAft>
              <a:buNone/>
            </a:pPr>
            <a:r>
              <a:rPr lang="en-US" sz="1200">
                <a:solidFill>
                  <a:schemeClr val="dk1"/>
                </a:solidFill>
                <a:latin typeface="Arial"/>
                <a:ea typeface="Arial"/>
                <a:cs typeface="Arial"/>
                <a:sym typeface="Arial"/>
              </a:rPr>
              <a:t>View là tầng cuối cùng giao tiếp với User, mọi dữ liệu sẽ được hiển thị cho User thông qua tầng View</a:t>
            </a: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228600" lvl="0" indent="-228600" algn="l" rtl="0">
              <a:spcBef>
                <a:spcPts val="0"/>
              </a:spcBef>
              <a:spcAft>
                <a:spcPts val="0"/>
              </a:spcAft>
              <a:buClr>
                <a:schemeClr val="dk1"/>
              </a:buClr>
              <a:buSzPts val="1200"/>
              <a:buFont typeface="Arial"/>
              <a:buAutoNum type="arabicPeriod"/>
            </a:pPr>
            <a:r>
              <a:rPr lang="en-US"/>
              <a:t>Microsoft sql server</a:t>
            </a:r>
            <a:endParaRPr/>
          </a:p>
          <a:p>
            <a:pPr marL="0" lvl="0" indent="0" algn="l" rtl="0">
              <a:spcBef>
                <a:spcPts val="0"/>
              </a:spcBef>
              <a:spcAft>
                <a:spcPts val="0"/>
              </a:spcAft>
              <a:buNone/>
            </a:pPr>
            <a:r>
              <a:rPr lang="en-US" sz="1200">
                <a:solidFill>
                  <a:schemeClr val="dk1"/>
                </a:solidFill>
                <a:latin typeface="Arial"/>
                <a:ea typeface="Arial"/>
                <a:cs typeface="Arial"/>
                <a:sym typeface="Arial"/>
              </a:rPr>
              <a:t>User gửi 1 yêu cầu tới server bằng cách truyền vào 1 URL trong browser </a:t>
            </a:r>
            <a:endParaRPr sz="1200">
              <a:solidFill>
                <a:schemeClr val="dk1"/>
              </a:solidFill>
              <a:latin typeface="Arial"/>
              <a:ea typeface="Arial"/>
              <a:cs typeface="Arial"/>
              <a:sym typeface="Arial"/>
            </a:endParaRPr>
          </a:p>
          <a:p>
            <a:pPr marL="0" lvl="0" indent="0" algn="l" rtl="0">
              <a:spcBef>
                <a:spcPts val="0"/>
              </a:spcBef>
              <a:spcAft>
                <a:spcPts val="0"/>
              </a:spcAft>
              <a:buNone/>
            </a:pPr>
            <a:r>
              <a:rPr lang="en-US" sz="1200">
                <a:solidFill>
                  <a:schemeClr val="dk1"/>
                </a:solidFill>
                <a:latin typeface="Arial"/>
                <a:ea typeface="Arial"/>
                <a:cs typeface="Arial"/>
                <a:sym typeface="Arial"/>
              </a:rPr>
              <a:t>Yêu cầu đó được gửi tới controller đầu tiên, controller sẽ xử lý yêu cầu, nếu yêu cầu cần truy xuất dữ liệu thì controller sẽ chuyển qua tầng model </a:t>
            </a:r>
            <a:endParaRPr sz="1200">
              <a:solidFill>
                <a:schemeClr val="dk1"/>
              </a:solidFill>
              <a:latin typeface="Arial"/>
              <a:ea typeface="Arial"/>
              <a:cs typeface="Arial"/>
              <a:sym typeface="Arial"/>
            </a:endParaRPr>
          </a:p>
          <a:p>
            <a:pPr marL="0" lvl="0" indent="0" algn="l" rtl="0">
              <a:spcBef>
                <a:spcPts val="0"/>
              </a:spcBef>
              <a:spcAft>
                <a:spcPts val="0"/>
              </a:spcAft>
              <a:buNone/>
            </a:pPr>
            <a:r>
              <a:rPr lang="en-US" sz="1200">
                <a:solidFill>
                  <a:schemeClr val="dk1"/>
                </a:solidFill>
                <a:latin typeface="Arial"/>
                <a:ea typeface="Arial"/>
                <a:cs typeface="Arial"/>
                <a:sym typeface="Arial"/>
              </a:rPr>
              <a:t>Tại tầng model, dữ liệu được truy xuất từ database và sau đó truyền qua view thông qua controller </a:t>
            </a:r>
            <a:endParaRPr sz="1200">
              <a:solidFill>
                <a:schemeClr val="dk1"/>
              </a:solidFill>
              <a:latin typeface="Arial"/>
              <a:ea typeface="Arial"/>
              <a:cs typeface="Arial"/>
              <a:sym typeface="Arial"/>
            </a:endParaRPr>
          </a:p>
          <a:p>
            <a:pPr marL="0" lvl="0" indent="0" algn="l" rtl="0">
              <a:spcBef>
                <a:spcPts val="0"/>
              </a:spcBef>
              <a:spcAft>
                <a:spcPts val="0"/>
              </a:spcAft>
              <a:buNone/>
            </a:pPr>
            <a:r>
              <a:rPr lang="en-US" sz="1200">
                <a:solidFill>
                  <a:schemeClr val="dk1"/>
                </a:solidFill>
                <a:latin typeface="Arial"/>
                <a:ea typeface="Arial"/>
                <a:cs typeface="Arial"/>
                <a:sym typeface="Arial"/>
              </a:rPr>
              <a:t>Controller sẽ giúp dữ liệu được chuyển từ model qua view </a:t>
            </a:r>
            <a:endParaRPr sz="1200">
              <a:solidFill>
                <a:schemeClr val="dk1"/>
              </a:solidFill>
              <a:latin typeface="Arial"/>
              <a:ea typeface="Arial"/>
              <a:cs typeface="Arial"/>
              <a:sym typeface="Arial"/>
            </a:endParaRPr>
          </a:p>
          <a:p>
            <a:pPr marL="0" lvl="0" indent="0" algn="l" rtl="0">
              <a:spcBef>
                <a:spcPts val="0"/>
              </a:spcBef>
              <a:spcAft>
                <a:spcPts val="0"/>
              </a:spcAft>
              <a:buNone/>
            </a:pPr>
            <a:r>
              <a:rPr lang="en-US" sz="1200">
                <a:solidFill>
                  <a:schemeClr val="dk1"/>
                </a:solidFill>
                <a:latin typeface="Arial"/>
                <a:ea typeface="Arial"/>
                <a:cs typeface="Arial"/>
                <a:sym typeface="Arial"/>
              </a:rPr>
              <a:t>View là tầng cuối cùng giao tiếp với User, mọi dữ liệu sẽ được hiển thị cho User thông qua tầng View</a:t>
            </a:r>
            <a:endParaRPr sz="1200">
              <a:solidFill>
                <a:schemeClr val="dk1"/>
              </a:solidFill>
              <a:latin typeface="Arial"/>
              <a:ea typeface="Arial"/>
              <a:cs typeface="Arial"/>
              <a:sym typeface="Arial"/>
            </a:endParaRPr>
          </a:p>
          <a:p>
            <a:pPr marL="228600" lvl="0" indent="-152400" algn="l" rtl="0">
              <a:spcBef>
                <a:spcPts val="0"/>
              </a:spcBef>
              <a:spcAft>
                <a:spcPts val="0"/>
              </a:spcAft>
              <a:buClr>
                <a:schemeClr val="dk1"/>
              </a:buClr>
              <a:buSzPts val="1200"/>
              <a:buFont typeface="Arial"/>
              <a:buNone/>
            </a:pPr>
            <a:endParaRPr/>
          </a:p>
        </p:txBody>
      </p:sp>
      <p:sp>
        <p:nvSpPr>
          <p:cNvPr id="623" name="Google Shape;623;p7:notes"/>
          <p:cNvSpPr txBox="1">
            <a:spLocks noGrp="1"/>
          </p:cNvSpPr>
          <p:nvPr>
            <p:ph type="sldNum" idx="12"/>
          </p:nvPr>
        </p:nvSpPr>
        <p:spPr>
          <a:xfrm>
            <a:off x="4399200" y="9555480"/>
            <a:ext cx="3372840" cy="50256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sz="1400" b="0" strike="noStrike">
                <a:latin typeface="Times New Roman"/>
                <a:ea typeface="Times New Roman"/>
                <a:cs typeface="Times New Roman"/>
                <a:sym typeface="Times New Roman"/>
              </a:rPr>
              <a:t>10</a:t>
            </a:fld>
            <a:endParaRPr sz="1400" b="0" strike="noStrike">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87" name="Google Shape;787;p12: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2000" b="0" strike="noStrike">
              <a:latin typeface="Arial"/>
              <a:ea typeface="Arial"/>
              <a:cs typeface="Arial"/>
              <a:sym typeface="Arial"/>
            </a:endParaRPr>
          </a:p>
        </p:txBody>
      </p:sp>
      <p:sp>
        <p:nvSpPr>
          <p:cNvPr id="788" name="Google Shape;788;p12: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US" sz="1200" b="0" strike="noStrike">
                <a:solidFill>
                  <a:srgbClr val="000000"/>
                </a:solidFill>
                <a:latin typeface="Arial"/>
                <a:ea typeface="Arial"/>
                <a:cs typeface="Arial"/>
                <a:sym typeface="Arial"/>
              </a:rPr>
              <a:t>11</a:t>
            </a:fld>
            <a:endParaRPr sz="1200" b="0"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11" name="Google Shape;811;p13: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2000" b="0" strike="noStrike">
              <a:latin typeface="Arial"/>
              <a:ea typeface="Arial"/>
              <a:cs typeface="Arial"/>
              <a:sym typeface="Arial"/>
            </a:endParaRPr>
          </a:p>
        </p:txBody>
      </p:sp>
      <p:sp>
        <p:nvSpPr>
          <p:cNvPr id="812" name="Google Shape;812;p13: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US" sz="1200" b="0" strike="noStrike">
                <a:solidFill>
                  <a:srgbClr val="000000"/>
                </a:solidFill>
                <a:latin typeface="Arial"/>
                <a:ea typeface="Arial"/>
                <a:cs typeface="Arial"/>
                <a:sym typeface="Arial"/>
              </a:rPr>
              <a:t>12</a:t>
            </a:fld>
            <a:endParaRPr sz="1200" b="0"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0" name="Google Shape;820;p14: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2000" b="0" strike="noStrike">
              <a:latin typeface="Arial"/>
              <a:ea typeface="Arial"/>
              <a:cs typeface="Arial"/>
              <a:sym typeface="Arial"/>
            </a:endParaRPr>
          </a:p>
        </p:txBody>
      </p:sp>
      <p:sp>
        <p:nvSpPr>
          <p:cNvPr id="821" name="Google Shape;821;p14: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US" sz="1200" b="0" strike="noStrike">
                <a:solidFill>
                  <a:srgbClr val="000000"/>
                </a:solidFill>
                <a:latin typeface="Arial"/>
                <a:ea typeface="Arial"/>
                <a:cs typeface="Arial"/>
                <a:sym typeface="Arial"/>
              </a:rPr>
              <a:t>13</a:t>
            </a:fld>
            <a:endParaRPr sz="1200" b="0"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5"/>
        <p:cNvGrpSpPr/>
        <p:nvPr/>
      </p:nvGrpSpPr>
      <p:grpSpPr>
        <a:xfrm>
          <a:off x="0" y="0"/>
          <a:ext cx="0" cy="0"/>
          <a:chOff x="0" y="0"/>
          <a:chExt cx="0" cy="0"/>
        </a:xfrm>
      </p:grpSpPr>
      <p:sp>
        <p:nvSpPr>
          <p:cNvPr id="826" name="Google Shape;826;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7" name="Google Shape;827;p15: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2000" b="0" strike="noStrike">
              <a:latin typeface="Arial"/>
              <a:ea typeface="Arial"/>
              <a:cs typeface="Arial"/>
              <a:sym typeface="Arial"/>
            </a:endParaRPr>
          </a:p>
        </p:txBody>
      </p:sp>
      <p:sp>
        <p:nvSpPr>
          <p:cNvPr id="828" name="Google Shape;828;p15: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US" sz="1200" b="0" strike="noStrike">
                <a:solidFill>
                  <a:srgbClr val="000000"/>
                </a:solidFill>
                <a:latin typeface="Arial"/>
                <a:ea typeface="Arial"/>
                <a:cs typeface="Arial"/>
                <a:sym typeface="Arial"/>
              </a:rPr>
              <a:t>14</a:t>
            </a:fld>
            <a:endParaRPr sz="1200" b="0"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5" name="Google Shape;835;p16: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2000" b="0" strike="noStrike">
              <a:latin typeface="Arial"/>
              <a:ea typeface="Arial"/>
              <a:cs typeface="Arial"/>
              <a:sym typeface="Arial"/>
            </a:endParaRPr>
          </a:p>
        </p:txBody>
      </p:sp>
      <p:sp>
        <p:nvSpPr>
          <p:cNvPr id="836" name="Google Shape;836;p16: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US" sz="1200" b="0" strike="noStrike">
                <a:solidFill>
                  <a:srgbClr val="000000"/>
                </a:solidFill>
                <a:latin typeface="Arial"/>
                <a:ea typeface="Arial"/>
                <a:cs typeface="Arial"/>
                <a:sym typeface="Arial"/>
              </a:rPr>
              <a:t>15</a:t>
            </a:fld>
            <a:endParaRPr sz="1200" b="0"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59" name="Google Shape;859;p17: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2000" b="0" strike="noStrike">
              <a:latin typeface="Arial"/>
              <a:ea typeface="Arial"/>
              <a:cs typeface="Arial"/>
              <a:sym typeface="Arial"/>
            </a:endParaRPr>
          </a:p>
        </p:txBody>
      </p:sp>
      <p:sp>
        <p:nvSpPr>
          <p:cNvPr id="860" name="Google Shape;860;p17: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US" sz="1200" b="0" strike="noStrike">
                <a:solidFill>
                  <a:srgbClr val="000000"/>
                </a:solidFill>
                <a:latin typeface="Arial"/>
                <a:ea typeface="Arial"/>
                <a:cs typeface="Arial"/>
                <a:sym typeface="Arial"/>
              </a:rPr>
              <a:t>16</a:t>
            </a:fld>
            <a:endParaRPr sz="1200" b="0"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p18:notes"/>
          <p:cNvSpPr txBox="1">
            <a:spLocks noGrp="1"/>
          </p:cNvSpPr>
          <p:nvPr>
            <p:ph type="body" idx="1"/>
          </p:nvPr>
        </p:nvSpPr>
        <p:spPr>
          <a:xfrm>
            <a:off x="777240" y="4777560"/>
            <a:ext cx="6217560" cy="452592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83" name="Google Shape;883;p18: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p19:notes"/>
          <p:cNvSpPr txBox="1">
            <a:spLocks noGrp="1"/>
          </p:cNvSpPr>
          <p:nvPr>
            <p:ph type="body" idx="1"/>
          </p:nvPr>
        </p:nvSpPr>
        <p:spPr>
          <a:xfrm>
            <a:off x="777240" y="4777560"/>
            <a:ext cx="6217560" cy="452592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1" name="Google Shape;901;p19: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44" name="Google Shape;944;p20: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2000" b="0" strike="noStrike">
              <a:latin typeface="Arial"/>
              <a:ea typeface="Arial"/>
              <a:cs typeface="Arial"/>
              <a:sym typeface="Arial"/>
            </a:endParaRPr>
          </a:p>
        </p:txBody>
      </p:sp>
      <p:sp>
        <p:nvSpPr>
          <p:cNvPr id="945" name="Google Shape;945;p20: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US" sz="1200" b="0" strike="noStrike">
                <a:solidFill>
                  <a:srgbClr val="000000"/>
                </a:solidFill>
                <a:latin typeface="Arial"/>
                <a:ea typeface="Arial"/>
                <a:cs typeface="Arial"/>
                <a:sym typeface="Arial"/>
              </a:rPr>
              <a:t>19</a:t>
            </a:fld>
            <a:endParaRPr sz="1200" b="0" strike="noStrike">
              <a:solidFill>
                <a:schemeClr val="dk1"/>
              </a:solidFill>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34"/>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35"/>
        <p:cNvGrpSpPr/>
        <p:nvPr/>
      </p:nvGrpSpPr>
      <p:grpSpPr>
        <a:xfrm>
          <a:off x="0" y="0"/>
          <a:ext cx="0" cy="0"/>
          <a:chOff x="0" y="0"/>
          <a:chExt cx="0" cy="0"/>
        </a:xfrm>
      </p:grpSpPr>
      <p:sp>
        <p:nvSpPr>
          <p:cNvPr id="36" name="Google Shape;36;p23"/>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23"/>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38"/>
        <p:cNvGrpSpPr/>
        <p:nvPr/>
      </p:nvGrpSpPr>
      <p:grpSpPr>
        <a:xfrm>
          <a:off x="0" y="0"/>
          <a:ext cx="0" cy="0"/>
          <a:chOff x="0" y="0"/>
          <a:chExt cx="0" cy="0"/>
        </a:xfrm>
      </p:grpSpPr>
      <p:sp>
        <p:nvSpPr>
          <p:cNvPr id="39" name="Google Shape;39;p36"/>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36"/>
          <p:cNvSpPr txBox="1">
            <a:spLocks noGrp="1"/>
          </p:cNvSpPr>
          <p:nvPr>
            <p:ph type="subTitle" idx="1"/>
          </p:nvPr>
        </p:nvSpPr>
        <p:spPr>
          <a:xfrm>
            <a:off x="609480" y="1604520"/>
            <a:ext cx="10972440" cy="397728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41"/>
        <p:cNvGrpSpPr/>
        <p:nvPr/>
      </p:nvGrpSpPr>
      <p:grpSpPr>
        <a:xfrm>
          <a:off x="0" y="0"/>
          <a:ext cx="0" cy="0"/>
          <a:chOff x="0" y="0"/>
          <a:chExt cx="0" cy="0"/>
        </a:xfrm>
      </p:grpSpPr>
      <p:sp>
        <p:nvSpPr>
          <p:cNvPr id="42" name="Google Shape;42;p37"/>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37"/>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44" name="Google Shape;44;p37"/>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38"/>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47"/>
        <p:cNvGrpSpPr/>
        <p:nvPr/>
      </p:nvGrpSpPr>
      <p:grpSpPr>
        <a:xfrm>
          <a:off x="0" y="0"/>
          <a:ext cx="0" cy="0"/>
          <a:chOff x="0" y="0"/>
          <a:chExt cx="0" cy="0"/>
        </a:xfrm>
      </p:grpSpPr>
      <p:sp>
        <p:nvSpPr>
          <p:cNvPr id="48" name="Google Shape;48;p39"/>
          <p:cNvSpPr txBox="1">
            <a:spLocks noGrp="1"/>
          </p:cNvSpPr>
          <p:nvPr>
            <p:ph type="subTitle" idx="1"/>
          </p:nvPr>
        </p:nvSpPr>
        <p:spPr>
          <a:xfrm>
            <a:off x="609480" y="273600"/>
            <a:ext cx="10972440" cy="530784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49"/>
        <p:cNvGrpSpPr/>
        <p:nvPr/>
      </p:nvGrpSpPr>
      <p:grpSpPr>
        <a:xfrm>
          <a:off x="0" y="0"/>
          <a:ext cx="0" cy="0"/>
          <a:chOff x="0" y="0"/>
          <a:chExt cx="0" cy="0"/>
        </a:xfrm>
      </p:grpSpPr>
      <p:sp>
        <p:nvSpPr>
          <p:cNvPr id="50" name="Google Shape;50;p40"/>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40"/>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52" name="Google Shape;52;p40"/>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53" name="Google Shape;53;p40"/>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54"/>
        <p:cNvGrpSpPr/>
        <p:nvPr/>
      </p:nvGrpSpPr>
      <p:grpSpPr>
        <a:xfrm>
          <a:off x="0" y="0"/>
          <a:ext cx="0" cy="0"/>
          <a:chOff x="0" y="0"/>
          <a:chExt cx="0" cy="0"/>
        </a:xfrm>
      </p:grpSpPr>
      <p:sp>
        <p:nvSpPr>
          <p:cNvPr id="55" name="Google Shape;55;p41"/>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41"/>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57" name="Google Shape;57;p41"/>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58" name="Google Shape;58;p41"/>
          <p:cNvSpPr txBox="1">
            <a:spLocks noGrp="1"/>
          </p:cNvSpPr>
          <p:nvPr>
            <p:ph type="body" idx="3"/>
          </p:nvPr>
        </p:nvSpPr>
        <p:spPr>
          <a:xfrm>
            <a:off x="6231960" y="3682080"/>
            <a:ext cx="535428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59"/>
        <p:cNvGrpSpPr/>
        <p:nvPr/>
      </p:nvGrpSpPr>
      <p:grpSpPr>
        <a:xfrm>
          <a:off x="0" y="0"/>
          <a:ext cx="0" cy="0"/>
          <a:chOff x="0" y="0"/>
          <a:chExt cx="0" cy="0"/>
        </a:xfrm>
      </p:grpSpPr>
      <p:sp>
        <p:nvSpPr>
          <p:cNvPr id="60" name="Google Shape;60;p42"/>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42"/>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62" name="Google Shape;62;p42"/>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63" name="Google Shape;63;p42"/>
          <p:cNvSpPr txBox="1">
            <a:spLocks noGrp="1"/>
          </p:cNvSpPr>
          <p:nvPr>
            <p:ph type="body" idx="3"/>
          </p:nvPr>
        </p:nvSpPr>
        <p:spPr>
          <a:xfrm>
            <a:off x="609480" y="3682080"/>
            <a:ext cx="1097244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64"/>
        <p:cNvGrpSpPr/>
        <p:nvPr/>
      </p:nvGrpSpPr>
      <p:grpSpPr>
        <a:xfrm>
          <a:off x="0" y="0"/>
          <a:ext cx="0" cy="0"/>
          <a:chOff x="0" y="0"/>
          <a:chExt cx="0" cy="0"/>
        </a:xfrm>
      </p:grpSpPr>
      <p:sp>
        <p:nvSpPr>
          <p:cNvPr id="65" name="Google Shape;65;p43"/>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43"/>
          <p:cNvSpPr txBox="1">
            <a:spLocks noGrp="1"/>
          </p:cNvSpPr>
          <p:nvPr>
            <p:ph type="body" idx="1"/>
          </p:nvPr>
        </p:nvSpPr>
        <p:spPr>
          <a:xfrm>
            <a:off x="609480" y="1604520"/>
            <a:ext cx="1097244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67" name="Google Shape;67;p43"/>
          <p:cNvSpPr txBox="1">
            <a:spLocks noGrp="1"/>
          </p:cNvSpPr>
          <p:nvPr>
            <p:ph type="body" idx="2"/>
          </p:nvPr>
        </p:nvSpPr>
        <p:spPr>
          <a:xfrm>
            <a:off x="609480" y="3682080"/>
            <a:ext cx="1097244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68"/>
        <p:cNvGrpSpPr/>
        <p:nvPr/>
      </p:nvGrpSpPr>
      <p:grpSpPr>
        <a:xfrm>
          <a:off x="0" y="0"/>
          <a:ext cx="0" cy="0"/>
          <a:chOff x="0" y="0"/>
          <a:chExt cx="0" cy="0"/>
        </a:xfrm>
      </p:grpSpPr>
      <p:sp>
        <p:nvSpPr>
          <p:cNvPr id="69" name="Google Shape;69;p44"/>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44"/>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71" name="Google Shape;71;p44"/>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72" name="Google Shape;72;p44"/>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73" name="Google Shape;73;p44"/>
          <p:cNvSpPr txBox="1">
            <a:spLocks noGrp="1"/>
          </p:cNvSpPr>
          <p:nvPr>
            <p:ph type="body" idx="4"/>
          </p:nvPr>
        </p:nvSpPr>
        <p:spPr>
          <a:xfrm>
            <a:off x="6231960" y="3682080"/>
            <a:ext cx="535428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74"/>
        <p:cNvGrpSpPr/>
        <p:nvPr/>
      </p:nvGrpSpPr>
      <p:grpSpPr>
        <a:xfrm>
          <a:off x="0" y="0"/>
          <a:ext cx="0" cy="0"/>
          <a:chOff x="0" y="0"/>
          <a:chExt cx="0" cy="0"/>
        </a:xfrm>
      </p:grpSpPr>
      <p:sp>
        <p:nvSpPr>
          <p:cNvPr id="75" name="Google Shape;75;p45"/>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45"/>
          <p:cNvSpPr txBox="1">
            <a:spLocks noGrp="1"/>
          </p:cNvSpPr>
          <p:nvPr>
            <p:ph type="body" idx="1"/>
          </p:nvPr>
        </p:nvSpPr>
        <p:spPr>
          <a:xfrm>
            <a:off x="609480" y="1604520"/>
            <a:ext cx="353304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77" name="Google Shape;77;p45"/>
          <p:cNvSpPr txBox="1">
            <a:spLocks noGrp="1"/>
          </p:cNvSpPr>
          <p:nvPr>
            <p:ph type="body" idx="2"/>
          </p:nvPr>
        </p:nvSpPr>
        <p:spPr>
          <a:xfrm>
            <a:off x="4319640" y="1604520"/>
            <a:ext cx="353304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78" name="Google Shape;78;p45"/>
          <p:cNvSpPr txBox="1">
            <a:spLocks noGrp="1"/>
          </p:cNvSpPr>
          <p:nvPr>
            <p:ph type="body" idx="3"/>
          </p:nvPr>
        </p:nvSpPr>
        <p:spPr>
          <a:xfrm>
            <a:off x="8029800" y="1604520"/>
            <a:ext cx="353304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79" name="Google Shape;79;p45"/>
          <p:cNvSpPr txBox="1">
            <a:spLocks noGrp="1"/>
          </p:cNvSpPr>
          <p:nvPr>
            <p:ph type="body" idx="4"/>
          </p:nvPr>
        </p:nvSpPr>
        <p:spPr>
          <a:xfrm>
            <a:off x="609480" y="3682080"/>
            <a:ext cx="353304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80" name="Google Shape;80;p45"/>
          <p:cNvSpPr txBox="1">
            <a:spLocks noGrp="1"/>
          </p:cNvSpPr>
          <p:nvPr>
            <p:ph type="body" idx="5"/>
          </p:nvPr>
        </p:nvSpPr>
        <p:spPr>
          <a:xfrm>
            <a:off x="4319640" y="3682080"/>
            <a:ext cx="353304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81" name="Google Shape;81;p45"/>
          <p:cNvSpPr txBox="1">
            <a:spLocks noGrp="1"/>
          </p:cNvSpPr>
          <p:nvPr>
            <p:ph type="body" idx="6"/>
          </p:nvPr>
        </p:nvSpPr>
        <p:spPr>
          <a:xfrm>
            <a:off x="8029800" y="3682080"/>
            <a:ext cx="353304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07"/>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108"/>
        <p:cNvGrpSpPr/>
        <p:nvPr/>
      </p:nvGrpSpPr>
      <p:grpSpPr>
        <a:xfrm>
          <a:off x="0" y="0"/>
          <a:ext cx="0" cy="0"/>
          <a:chOff x="0" y="0"/>
          <a:chExt cx="0" cy="0"/>
        </a:xfrm>
      </p:grpSpPr>
      <p:sp>
        <p:nvSpPr>
          <p:cNvPr id="109" name="Google Shape;109;p35"/>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35"/>
          <p:cNvSpPr txBox="1">
            <a:spLocks noGrp="1"/>
          </p:cNvSpPr>
          <p:nvPr>
            <p:ph type="subTitle" idx="1"/>
          </p:nvPr>
        </p:nvSpPr>
        <p:spPr>
          <a:xfrm>
            <a:off x="609480" y="1604520"/>
            <a:ext cx="10972440" cy="397728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111"/>
        <p:cNvGrpSpPr/>
        <p:nvPr/>
      </p:nvGrpSpPr>
      <p:grpSpPr>
        <a:xfrm>
          <a:off x="0" y="0"/>
          <a:ext cx="0" cy="0"/>
          <a:chOff x="0" y="0"/>
          <a:chExt cx="0" cy="0"/>
        </a:xfrm>
      </p:grpSpPr>
      <p:sp>
        <p:nvSpPr>
          <p:cNvPr id="112" name="Google Shape;112;p46"/>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3" name="Google Shape;113;p46"/>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114"/>
        <p:cNvGrpSpPr/>
        <p:nvPr/>
      </p:nvGrpSpPr>
      <p:grpSpPr>
        <a:xfrm>
          <a:off x="0" y="0"/>
          <a:ext cx="0" cy="0"/>
          <a:chOff x="0" y="0"/>
          <a:chExt cx="0" cy="0"/>
        </a:xfrm>
      </p:grpSpPr>
      <p:sp>
        <p:nvSpPr>
          <p:cNvPr id="115" name="Google Shape;115;p47"/>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6" name="Google Shape;116;p47"/>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117" name="Google Shape;117;p47"/>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8"/>
        <p:cNvGrpSpPr/>
        <p:nvPr/>
      </p:nvGrpSpPr>
      <p:grpSpPr>
        <a:xfrm>
          <a:off x="0" y="0"/>
          <a:ext cx="0" cy="0"/>
          <a:chOff x="0" y="0"/>
          <a:chExt cx="0" cy="0"/>
        </a:xfrm>
      </p:grpSpPr>
      <p:sp>
        <p:nvSpPr>
          <p:cNvPr id="119" name="Google Shape;119;p48"/>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120"/>
        <p:cNvGrpSpPr/>
        <p:nvPr/>
      </p:nvGrpSpPr>
      <p:grpSpPr>
        <a:xfrm>
          <a:off x="0" y="0"/>
          <a:ext cx="0" cy="0"/>
          <a:chOff x="0" y="0"/>
          <a:chExt cx="0" cy="0"/>
        </a:xfrm>
      </p:grpSpPr>
      <p:sp>
        <p:nvSpPr>
          <p:cNvPr id="121" name="Google Shape;121;p49"/>
          <p:cNvSpPr txBox="1">
            <a:spLocks noGrp="1"/>
          </p:cNvSpPr>
          <p:nvPr>
            <p:ph type="subTitle" idx="1"/>
          </p:nvPr>
        </p:nvSpPr>
        <p:spPr>
          <a:xfrm>
            <a:off x="609480" y="273600"/>
            <a:ext cx="10972440" cy="530784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122"/>
        <p:cNvGrpSpPr/>
        <p:nvPr/>
      </p:nvGrpSpPr>
      <p:grpSpPr>
        <a:xfrm>
          <a:off x="0" y="0"/>
          <a:ext cx="0" cy="0"/>
          <a:chOff x="0" y="0"/>
          <a:chExt cx="0" cy="0"/>
        </a:xfrm>
      </p:grpSpPr>
      <p:sp>
        <p:nvSpPr>
          <p:cNvPr id="123" name="Google Shape;123;p50"/>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4" name="Google Shape;124;p50"/>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125" name="Google Shape;125;p50"/>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126" name="Google Shape;126;p50"/>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127"/>
        <p:cNvGrpSpPr/>
        <p:nvPr/>
      </p:nvGrpSpPr>
      <p:grpSpPr>
        <a:xfrm>
          <a:off x="0" y="0"/>
          <a:ext cx="0" cy="0"/>
          <a:chOff x="0" y="0"/>
          <a:chExt cx="0" cy="0"/>
        </a:xfrm>
      </p:grpSpPr>
      <p:sp>
        <p:nvSpPr>
          <p:cNvPr id="128" name="Google Shape;128;p51"/>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9" name="Google Shape;129;p51"/>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130" name="Google Shape;130;p51"/>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131" name="Google Shape;131;p51"/>
          <p:cNvSpPr txBox="1">
            <a:spLocks noGrp="1"/>
          </p:cNvSpPr>
          <p:nvPr>
            <p:ph type="body" idx="3"/>
          </p:nvPr>
        </p:nvSpPr>
        <p:spPr>
          <a:xfrm>
            <a:off x="6231960" y="3682080"/>
            <a:ext cx="535428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132"/>
        <p:cNvGrpSpPr/>
        <p:nvPr/>
      </p:nvGrpSpPr>
      <p:grpSpPr>
        <a:xfrm>
          <a:off x="0" y="0"/>
          <a:ext cx="0" cy="0"/>
          <a:chOff x="0" y="0"/>
          <a:chExt cx="0" cy="0"/>
        </a:xfrm>
      </p:grpSpPr>
      <p:sp>
        <p:nvSpPr>
          <p:cNvPr id="133" name="Google Shape;133;p52"/>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4" name="Google Shape;134;p52"/>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135" name="Google Shape;135;p52"/>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136" name="Google Shape;136;p52"/>
          <p:cNvSpPr txBox="1">
            <a:spLocks noGrp="1"/>
          </p:cNvSpPr>
          <p:nvPr>
            <p:ph type="body" idx="3"/>
          </p:nvPr>
        </p:nvSpPr>
        <p:spPr>
          <a:xfrm>
            <a:off x="609480" y="3682080"/>
            <a:ext cx="1097244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137"/>
        <p:cNvGrpSpPr/>
        <p:nvPr/>
      </p:nvGrpSpPr>
      <p:grpSpPr>
        <a:xfrm>
          <a:off x="0" y="0"/>
          <a:ext cx="0" cy="0"/>
          <a:chOff x="0" y="0"/>
          <a:chExt cx="0" cy="0"/>
        </a:xfrm>
      </p:grpSpPr>
      <p:sp>
        <p:nvSpPr>
          <p:cNvPr id="138" name="Google Shape;138;p53"/>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9" name="Google Shape;139;p53"/>
          <p:cNvSpPr txBox="1">
            <a:spLocks noGrp="1"/>
          </p:cNvSpPr>
          <p:nvPr>
            <p:ph type="body" idx="1"/>
          </p:nvPr>
        </p:nvSpPr>
        <p:spPr>
          <a:xfrm>
            <a:off x="609480" y="1604520"/>
            <a:ext cx="1097244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140" name="Google Shape;140;p53"/>
          <p:cNvSpPr txBox="1">
            <a:spLocks noGrp="1"/>
          </p:cNvSpPr>
          <p:nvPr>
            <p:ph type="body" idx="2"/>
          </p:nvPr>
        </p:nvSpPr>
        <p:spPr>
          <a:xfrm>
            <a:off x="609480" y="3682080"/>
            <a:ext cx="1097244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141"/>
        <p:cNvGrpSpPr/>
        <p:nvPr/>
      </p:nvGrpSpPr>
      <p:grpSpPr>
        <a:xfrm>
          <a:off x="0" y="0"/>
          <a:ext cx="0" cy="0"/>
          <a:chOff x="0" y="0"/>
          <a:chExt cx="0" cy="0"/>
        </a:xfrm>
      </p:grpSpPr>
      <p:sp>
        <p:nvSpPr>
          <p:cNvPr id="142" name="Google Shape;142;p54"/>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3" name="Google Shape;143;p54"/>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144" name="Google Shape;144;p54"/>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145" name="Google Shape;145;p54"/>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146" name="Google Shape;146;p54"/>
          <p:cNvSpPr txBox="1">
            <a:spLocks noGrp="1"/>
          </p:cNvSpPr>
          <p:nvPr>
            <p:ph type="body" idx="4"/>
          </p:nvPr>
        </p:nvSpPr>
        <p:spPr>
          <a:xfrm>
            <a:off x="6231960" y="3682080"/>
            <a:ext cx="535428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147"/>
        <p:cNvGrpSpPr/>
        <p:nvPr/>
      </p:nvGrpSpPr>
      <p:grpSpPr>
        <a:xfrm>
          <a:off x="0" y="0"/>
          <a:ext cx="0" cy="0"/>
          <a:chOff x="0" y="0"/>
          <a:chExt cx="0" cy="0"/>
        </a:xfrm>
      </p:grpSpPr>
      <p:sp>
        <p:nvSpPr>
          <p:cNvPr id="148" name="Google Shape;148;p55"/>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9" name="Google Shape;149;p55"/>
          <p:cNvSpPr txBox="1">
            <a:spLocks noGrp="1"/>
          </p:cNvSpPr>
          <p:nvPr>
            <p:ph type="body" idx="1"/>
          </p:nvPr>
        </p:nvSpPr>
        <p:spPr>
          <a:xfrm>
            <a:off x="609480" y="1604520"/>
            <a:ext cx="353304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150" name="Google Shape;150;p55"/>
          <p:cNvSpPr txBox="1">
            <a:spLocks noGrp="1"/>
          </p:cNvSpPr>
          <p:nvPr>
            <p:ph type="body" idx="2"/>
          </p:nvPr>
        </p:nvSpPr>
        <p:spPr>
          <a:xfrm>
            <a:off x="4319640" y="1604520"/>
            <a:ext cx="353304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151" name="Google Shape;151;p55"/>
          <p:cNvSpPr txBox="1">
            <a:spLocks noGrp="1"/>
          </p:cNvSpPr>
          <p:nvPr>
            <p:ph type="body" idx="3"/>
          </p:nvPr>
        </p:nvSpPr>
        <p:spPr>
          <a:xfrm>
            <a:off x="8029800" y="1604520"/>
            <a:ext cx="353304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152" name="Google Shape;152;p55"/>
          <p:cNvSpPr txBox="1">
            <a:spLocks noGrp="1"/>
          </p:cNvSpPr>
          <p:nvPr>
            <p:ph type="body" idx="4"/>
          </p:nvPr>
        </p:nvSpPr>
        <p:spPr>
          <a:xfrm>
            <a:off x="609480" y="3682080"/>
            <a:ext cx="353304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153" name="Google Shape;153;p55"/>
          <p:cNvSpPr txBox="1">
            <a:spLocks noGrp="1"/>
          </p:cNvSpPr>
          <p:nvPr>
            <p:ph type="body" idx="5"/>
          </p:nvPr>
        </p:nvSpPr>
        <p:spPr>
          <a:xfrm>
            <a:off x="4319640" y="3682080"/>
            <a:ext cx="353304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154" name="Google Shape;154;p55"/>
          <p:cNvSpPr txBox="1">
            <a:spLocks noGrp="1"/>
          </p:cNvSpPr>
          <p:nvPr>
            <p:ph type="body" idx="6"/>
          </p:nvPr>
        </p:nvSpPr>
        <p:spPr>
          <a:xfrm>
            <a:off x="8029800" y="3682080"/>
            <a:ext cx="353304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8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186"/>
        <p:cNvGrpSpPr/>
        <p:nvPr/>
      </p:nvGrpSpPr>
      <p:grpSpPr>
        <a:xfrm>
          <a:off x="0" y="0"/>
          <a:ext cx="0" cy="0"/>
          <a:chOff x="0" y="0"/>
          <a:chExt cx="0" cy="0"/>
        </a:xfrm>
      </p:grpSpPr>
      <p:sp>
        <p:nvSpPr>
          <p:cNvPr id="187" name="Google Shape;187;p28"/>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8" name="Google Shape;188;p28"/>
          <p:cNvSpPr txBox="1">
            <a:spLocks noGrp="1"/>
          </p:cNvSpPr>
          <p:nvPr>
            <p:ph type="subTitle" idx="1"/>
          </p:nvPr>
        </p:nvSpPr>
        <p:spPr>
          <a:xfrm>
            <a:off x="609480" y="1604520"/>
            <a:ext cx="10972440" cy="397728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189"/>
        <p:cNvGrpSpPr/>
        <p:nvPr/>
      </p:nvGrpSpPr>
      <p:grpSpPr>
        <a:xfrm>
          <a:off x="0" y="0"/>
          <a:ext cx="0" cy="0"/>
          <a:chOff x="0" y="0"/>
          <a:chExt cx="0" cy="0"/>
        </a:xfrm>
      </p:grpSpPr>
      <p:sp>
        <p:nvSpPr>
          <p:cNvPr id="190" name="Google Shape;190;p56"/>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1" name="Google Shape;191;p56"/>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192"/>
        <p:cNvGrpSpPr/>
        <p:nvPr/>
      </p:nvGrpSpPr>
      <p:grpSpPr>
        <a:xfrm>
          <a:off x="0" y="0"/>
          <a:ext cx="0" cy="0"/>
          <a:chOff x="0" y="0"/>
          <a:chExt cx="0" cy="0"/>
        </a:xfrm>
      </p:grpSpPr>
      <p:sp>
        <p:nvSpPr>
          <p:cNvPr id="193" name="Google Shape;193;p57"/>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4" name="Google Shape;194;p57"/>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195" name="Google Shape;195;p57"/>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6"/>
        <p:cNvGrpSpPr/>
        <p:nvPr/>
      </p:nvGrpSpPr>
      <p:grpSpPr>
        <a:xfrm>
          <a:off x="0" y="0"/>
          <a:ext cx="0" cy="0"/>
          <a:chOff x="0" y="0"/>
          <a:chExt cx="0" cy="0"/>
        </a:xfrm>
      </p:grpSpPr>
      <p:sp>
        <p:nvSpPr>
          <p:cNvPr id="197" name="Google Shape;197;p58"/>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198"/>
        <p:cNvGrpSpPr/>
        <p:nvPr/>
      </p:nvGrpSpPr>
      <p:grpSpPr>
        <a:xfrm>
          <a:off x="0" y="0"/>
          <a:ext cx="0" cy="0"/>
          <a:chOff x="0" y="0"/>
          <a:chExt cx="0" cy="0"/>
        </a:xfrm>
      </p:grpSpPr>
      <p:sp>
        <p:nvSpPr>
          <p:cNvPr id="199" name="Google Shape;199;p59"/>
          <p:cNvSpPr txBox="1">
            <a:spLocks noGrp="1"/>
          </p:cNvSpPr>
          <p:nvPr>
            <p:ph type="subTitle" idx="1"/>
          </p:nvPr>
        </p:nvSpPr>
        <p:spPr>
          <a:xfrm>
            <a:off x="609480" y="273600"/>
            <a:ext cx="10972440" cy="530784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200"/>
        <p:cNvGrpSpPr/>
        <p:nvPr/>
      </p:nvGrpSpPr>
      <p:grpSpPr>
        <a:xfrm>
          <a:off x="0" y="0"/>
          <a:ext cx="0" cy="0"/>
          <a:chOff x="0" y="0"/>
          <a:chExt cx="0" cy="0"/>
        </a:xfrm>
      </p:grpSpPr>
      <p:sp>
        <p:nvSpPr>
          <p:cNvPr id="201" name="Google Shape;201;p60"/>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2" name="Google Shape;202;p60"/>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203" name="Google Shape;203;p60"/>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204" name="Google Shape;204;p60"/>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205"/>
        <p:cNvGrpSpPr/>
        <p:nvPr/>
      </p:nvGrpSpPr>
      <p:grpSpPr>
        <a:xfrm>
          <a:off x="0" y="0"/>
          <a:ext cx="0" cy="0"/>
          <a:chOff x="0" y="0"/>
          <a:chExt cx="0" cy="0"/>
        </a:xfrm>
      </p:grpSpPr>
      <p:sp>
        <p:nvSpPr>
          <p:cNvPr id="206" name="Google Shape;206;p61"/>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7" name="Google Shape;207;p61"/>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208" name="Google Shape;208;p61"/>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209" name="Google Shape;209;p61"/>
          <p:cNvSpPr txBox="1">
            <a:spLocks noGrp="1"/>
          </p:cNvSpPr>
          <p:nvPr>
            <p:ph type="body" idx="3"/>
          </p:nvPr>
        </p:nvSpPr>
        <p:spPr>
          <a:xfrm>
            <a:off x="6231960" y="3682080"/>
            <a:ext cx="535428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210"/>
        <p:cNvGrpSpPr/>
        <p:nvPr/>
      </p:nvGrpSpPr>
      <p:grpSpPr>
        <a:xfrm>
          <a:off x="0" y="0"/>
          <a:ext cx="0" cy="0"/>
          <a:chOff x="0" y="0"/>
          <a:chExt cx="0" cy="0"/>
        </a:xfrm>
      </p:grpSpPr>
      <p:sp>
        <p:nvSpPr>
          <p:cNvPr id="211" name="Google Shape;211;p62"/>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2" name="Google Shape;212;p62"/>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213" name="Google Shape;213;p62"/>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214" name="Google Shape;214;p62"/>
          <p:cNvSpPr txBox="1">
            <a:spLocks noGrp="1"/>
          </p:cNvSpPr>
          <p:nvPr>
            <p:ph type="body" idx="3"/>
          </p:nvPr>
        </p:nvSpPr>
        <p:spPr>
          <a:xfrm>
            <a:off x="609480" y="3682080"/>
            <a:ext cx="1097244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215"/>
        <p:cNvGrpSpPr/>
        <p:nvPr/>
      </p:nvGrpSpPr>
      <p:grpSpPr>
        <a:xfrm>
          <a:off x="0" y="0"/>
          <a:ext cx="0" cy="0"/>
          <a:chOff x="0" y="0"/>
          <a:chExt cx="0" cy="0"/>
        </a:xfrm>
      </p:grpSpPr>
      <p:sp>
        <p:nvSpPr>
          <p:cNvPr id="216" name="Google Shape;216;p63"/>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7" name="Google Shape;217;p63"/>
          <p:cNvSpPr txBox="1">
            <a:spLocks noGrp="1"/>
          </p:cNvSpPr>
          <p:nvPr>
            <p:ph type="body" idx="1"/>
          </p:nvPr>
        </p:nvSpPr>
        <p:spPr>
          <a:xfrm>
            <a:off x="609480" y="1604520"/>
            <a:ext cx="1097244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218" name="Google Shape;218;p63"/>
          <p:cNvSpPr txBox="1">
            <a:spLocks noGrp="1"/>
          </p:cNvSpPr>
          <p:nvPr>
            <p:ph type="body" idx="2"/>
          </p:nvPr>
        </p:nvSpPr>
        <p:spPr>
          <a:xfrm>
            <a:off x="609480" y="3682080"/>
            <a:ext cx="1097244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219"/>
        <p:cNvGrpSpPr/>
        <p:nvPr/>
      </p:nvGrpSpPr>
      <p:grpSpPr>
        <a:xfrm>
          <a:off x="0" y="0"/>
          <a:ext cx="0" cy="0"/>
          <a:chOff x="0" y="0"/>
          <a:chExt cx="0" cy="0"/>
        </a:xfrm>
      </p:grpSpPr>
      <p:sp>
        <p:nvSpPr>
          <p:cNvPr id="220" name="Google Shape;220;p64"/>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1" name="Google Shape;221;p64"/>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222" name="Google Shape;222;p64"/>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223" name="Google Shape;223;p64"/>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224" name="Google Shape;224;p64"/>
          <p:cNvSpPr txBox="1">
            <a:spLocks noGrp="1"/>
          </p:cNvSpPr>
          <p:nvPr>
            <p:ph type="body" idx="4"/>
          </p:nvPr>
        </p:nvSpPr>
        <p:spPr>
          <a:xfrm>
            <a:off x="6231960" y="3682080"/>
            <a:ext cx="535428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225"/>
        <p:cNvGrpSpPr/>
        <p:nvPr/>
      </p:nvGrpSpPr>
      <p:grpSpPr>
        <a:xfrm>
          <a:off x="0" y="0"/>
          <a:ext cx="0" cy="0"/>
          <a:chOff x="0" y="0"/>
          <a:chExt cx="0" cy="0"/>
        </a:xfrm>
      </p:grpSpPr>
      <p:sp>
        <p:nvSpPr>
          <p:cNvPr id="226" name="Google Shape;226;p65"/>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7" name="Google Shape;227;p65"/>
          <p:cNvSpPr txBox="1">
            <a:spLocks noGrp="1"/>
          </p:cNvSpPr>
          <p:nvPr>
            <p:ph type="body" idx="1"/>
          </p:nvPr>
        </p:nvSpPr>
        <p:spPr>
          <a:xfrm>
            <a:off x="609480" y="1604520"/>
            <a:ext cx="353304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228" name="Google Shape;228;p65"/>
          <p:cNvSpPr txBox="1">
            <a:spLocks noGrp="1"/>
          </p:cNvSpPr>
          <p:nvPr>
            <p:ph type="body" idx="2"/>
          </p:nvPr>
        </p:nvSpPr>
        <p:spPr>
          <a:xfrm>
            <a:off x="4319640" y="1604520"/>
            <a:ext cx="353304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229" name="Google Shape;229;p65"/>
          <p:cNvSpPr txBox="1">
            <a:spLocks noGrp="1"/>
          </p:cNvSpPr>
          <p:nvPr>
            <p:ph type="body" idx="3"/>
          </p:nvPr>
        </p:nvSpPr>
        <p:spPr>
          <a:xfrm>
            <a:off x="8029800" y="1604520"/>
            <a:ext cx="353304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230" name="Google Shape;230;p65"/>
          <p:cNvSpPr txBox="1">
            <a:spLocks noGrp="1"/>
          </p:cNvSpPr>
          <p:nvPr>
            <p:ph type="body" idx="4"/>
          </p:nvPr>
        </p:nvSpPr>
        <p:spPr>
          <a:xfrm>
            <a:off x="609480" y="3682080"/>
            <a:ext cx="353304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231" name="Google Shape;231;p65"/>
          <p:cNvSpPr txBox="1">
            <a:spLocks noGrp="1"/>
          </p:cNvSpPr>
          <p:nvPr>
            <p:ph type="body" idx="5"/>
          </p:nvPr>
        </p:nvSpPr>
        <p:spPr>
          <a:xfrm>
            <a:off x="4319640" y="3682080"/>
            <a:ext cx="353304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232" name="Google Shape;232;p65"/>
          <p:cNvSpPr txBox="1">
            <a:spLocks noGrp="1"/>
          </p:cNvSpPr>
          <p:nvPr>
            <p:ph type="body" idx="6"/>
          </p:nvPr>
        </p:nvSpPr>
        <p:spPr>
          <a:xfrm>
            <a:off x="8029800" y="3682080"/>
            <a:ext cx="353304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262"/>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263"/>
        <p:cNvGrpSpPr/>
        <p:nvPr/>
      </p:nvGrpSpPr>
      <p:grpSpPr>
        <a:xfrm>
          <a:off x="0" y="0"/>
          <a:ext cx="0" cy="0"/>
          <a:chOff x="0" y="0"/>
          <a:chExt cx="0" cy="0"/>
        </a:xfrm>
      </p:grpSpPr>
      <p:sp>
        <p:nvSpPr>
          <p:cNvPr id="264" name="Google Shape;264;p66"/>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5" name="Google Shape;265;p66"/>
          <p:cNvSpPr txBox="1">
            <a:spLocks noGrp="1"/>
          </p:cNvSpPr>
          <p:nvPr>
            <p:ph type="subTitle" idx="1"/>
          </p:nvPr>
        </p:nvSpPr>
        <p:spPr>
          <a:xfrm>
            <a:off x="609480" y="1604520"/>
            <a:ext cx="10972440" cy="397728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266"/>
        <p:cNvGrpSpPr/>
        <p:nvPr/>
      </p:nvGrpSpPr>
      <p:grpSpPr>
        <a:xfrm>
          <a:off x="0" y="0"/>
          <a:ext cx="0" cy="0"/>
          <a:chOff x="0" y="0"/>
          <a:chExt cx="0" cy="0"/>
        </a:xfrm>
      </p:grpSpPr>
      <p:sp>
        <p:nvSpPr>
          <p:cNvPr id="267" name="Google Shape;267;p67"/>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8" name="Google Shape;268;p67"/>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269"/>
        <p:cNvGrpSpPr/>
        <p:nvPr/>
      </p:nvGrpSpPr>
      <p:grpSpPr>
        <a:xfrm>
          <a:off x="0" y="0"/>
          <a:ext cx="0" cy="0"/>
          <a:chOff x="0" y="0"/>
          <a:chExt cx="0" cy="0"/>
        </a:xfrm>
      </p:grpSpPr>
      <p:sp>
        <p:nvSpPr>
          <p:cNvPr id="270" name="Google Shape;270;p68"/>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1" name="Google Shape;271;p68"/>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272" name="Google Shape;272;p68"/>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3"/>
        <p:cNvGrpSpPr/>
        <p:nvPr/>
      </p:nvGrpSpPr>
      <p:grpSpPr>
        <a:xfrm>
          <a:off x="0" y="0"/>
          <a:ext cx="0" cy="0"/>
          <a:chOff x="0" y="0"/>
          <a:chExt cx="0" cy="0"/>
        </a:xfrm>
      </p:grpSpPr>
      <p:sp>
        <p:nvSpPr>
          <p:cNvPr id="274" name="Google Shape;274;p69"/>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275"/>
        <p:cNvGrpSpPr/>
        <p:nvPr/>
      </p:nvGrpSpPr>
      <p:grpSpPr>
        <a:xfrm>
          <a:off x="0" y="0"/>
          <a:ext cx="0" cy="0"/>
          <a:chOff x="0" y="0"/>
          <a:chExt cx="0" cy="0"/>
        </a:xfrm>
      </p:grpSpPr>
      <p:sp>
        <p:nvSpPr>
          <p:cNvPr id="276" name="Google Shape;276;p70"/>
          <p:cNvSpPr txBox="1">
            <a:spLocks noGrp="1"/>
          </p:cNvSpPr>
          <p:nvPr>
            <p:ph type="subTitle" idx="1"/>
          </p:nvPr>
        </p:nvSpPr>
        <p:spPr>
          <a:xfrm>
            <a:off x="609480" y="273600"/>
            <a:ext cx="10972440" cy="530784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277"/>
        <p:cNvGrpSpPr/>
        <p:nvPr/>
      </p:nvGrpSpPr>
      <p:grpSpPr>
        <a:xfrm>
          <a:off x="0" y="0"/>
          <a:ext cx="0" cy="0"/>
          <a:chOff x="0" y="0"/>
          <a:chExt cx="0" cy="0"/>
        </a:xfrm>
      </p:grpSpPr>
      <p:sp>
        <p:nvSpPr>
          <p:cNvPr id="278" name="Google Shape;278;p71"/>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9" name="Google Shape;279;p71"/>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280" name="Google Shape;280;p71"/>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281" name="Google Shape;281;p71"/>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282"/>
        <p:cNvGrpSpPr/>
        <p:nvPr/>
      </p:nvGrpSpPr>
      <p:grpSpPr>
        <a:xfrm>
          <a:off x="0" y="0"/>
          <a:ext cx="0" cy="0"/>
          <a:chOff x="0" y="0"/>
          <a:chExt cx="0" cy="0"/>
        </a:xfrm>
      </p:grpSpPr>
      <p:sp>
        <p:nvSpPr>
          <p:cNvPr id="283" name="Google Shape;283;p72"/>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4" name="Google Shape;284;p72"/>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285" name="Google Shape;285;p72"/>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286" name="Google Shape;286;p72"/>
          <p:cNvSpPr txBox="1">
            <a:spLocks noGrp="1"/>
          </p:cNvSpPr>
          <p:nvPr>
            <p:ph type="body" idx="3"/>
          </p:nvPr>
        </p:nvSpPr>
        <p:spPr>
          <a:xfrm>
            <a:off x="6231960" y="3682080"/>
            <a:ext cx="535428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287"/>
        <p:cNvGrpSpPr/>
        <p:nvPr/>
      </p:nvGrpSpPr>
      <p:grpSpPr>
        <a:xfrm>
          <a:off x="0" y="0"/>
          <a:ext cx="0" cy="0"/>
          <a:chOff x="0" y="0"/>
          <a:chExt cx="0" cy="0"/>
        </a:xfrm>
      </p:grpSpPr>
      <p:sp>
        <p:nvSpPr>
          <p:cNvPr id="288" name="Google Shape;288;p73"/>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9" name="Google Shape;289;p73"/>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290" name="Google Shape;290;p73"/>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291" name="Google Shape;291;p73"/>
          <p:cNvSpPr txBox="1">
            <a:spLocks noGrp="1"/>
          </p:cNvSpPr>
          <p:nvPr>
            <p:ph type="body" idx="3"/>
          </p:nvPr>
        </p:nvSpPr>
        <p:spPr>
          <a:xfrm>
            <a:off x="609480" y="3682080"/>
            <a:ext cx="1097244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292"/>
        <p:cNvGrpSpPr/>
        <p:nvPr/>
      </p:nvGrpSpPr>
      <p:grpSpPr>
        <a:xfrm>
          <a:off x="0" y="0"/>
          <a:ext cx="0" cy="0"/>
          <a:chOff x="0" y="0"/>
          <a:chExt cx="0" cy="0"/>
        </a:xfrm>
      </p:grpSpPr>
      <p:sp>
        <p:nvSpPr>
          <p:cNvPr id="293" name="Google Shape;293;p74"/>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4" name="Google Shape;294;p74"/>
          <p:cNvSpPr txBox="1">
            <a:spLocks noGrp="1"/>
          </p:cNvSpPr>
          <p:nvPr>
            <p:ph type="body" idx="1"/>
          </p:nvPr>
        </p:nvSpPr>
        <p:spPr>
          <a:xfrm>
            <a:off x="609480" y="1604520"/>
            <a:ext cx="1097244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295" name="Google Shape;295;p74"/>
          <p:cNvSpPr txBox="1">
            <a:spLocks noGrp="1"/>
          </p:cNvSpPr>
          <p:nvPr>
            <p:ph type="body" idx="2"/>
          </p:nvPr>
        </p:nvSpPr>
        <p:spPr>
          <a:xfrm>
            <a:off x="609480" y="3682080"/>
            <a:ext cx="1097244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296"/>
        <p:cNvGrpSpPr/>
        <p:nvPr/>
      </p:nvGrpSpPr>
      <p:grpSpPr>
        <a:xfrm>
          <a:off x="0" y="0"/>
          <a:ext cx="0" cy="0"/>
          <a:chOff x="0" y="0"/>
          <a:chExt cx="0" cy="0"/>
        </a:xfrm>
      </p:grpSpPr>
      <p:sp>
        <p:nvSpPr>
          <p:cNvPr id="297" name="Google Shape;297;p75"/>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8" name="Google Shape;298;p75"/>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299" name="Google Shape;299;p75"/>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300" name="Google Shape;300;p75"/>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301" name="Google Shape;301;p75"/>
          <p:cNvSpPr txBox="1">
            <a:spLocks noGrp="1"/>
          </p:cNvSpPr>
          <p:nvPr>
            <p:ph type="body" idx="4"/>
          </p:nvPr>
        </p:nvSpPr>
        <p:spPr>
          <a:xfrm>
            <a:off x="6231960" y="3682080"/>
            <a:ext cx="535428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302"/>
        <p:cNvGrpSpPr/>
        <p:nvPr/>
      </p:nvGrpSpPr>
      <p:grpSpPr>
        <a:xfrm>
          <a:off x="0" y="0"/>
          <a:ext cx="0" cy="0"/>
          <a:chOff x="0" y="0"/>
          <a:chExt cx="0" cy="0"/>
        </a:xfrm>
      </p:grpSpPr>
      <p:sp>
        <p:nvSpPr>
          <p:cNvPr id="303" name="Google Shape;303;p76"/>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4" name="Google Shape;304;p76"/>
          <p:cNvSpPr txBox="1">
            <a:spLocks noGrp="1"/>
          </p:cNvSpPr>
          <p:nvPr>
            <p:ph type="body" idx="1"/>
          </p:nvPr>
        </p:nvSpPr>
        <p:spPr>
          <a:xfrm>
            <a:off x="609480" y="1604520"/>
            <a:ext cx="353304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305" name="Google Shape;305;p76"/>
          <p:cNvSpPr txBox="1">
            <a:spLocks noGrp="1"/>
          </p:cNvSpPr>
          <p:nvPr>
            <p:ph type="body" idx="2"/>
          </p:nvPr>
        </p:nvSpPr>
        <p:spPr>
          <a:xfrm>
            <a:off x="4319640" y="1604520"/>
            <a:ext cx="353304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306" name="Google Shape;306;p76"/>
          <p:cNvSpPr txBox="1">
            <a:spLocks noGrp="1"/>
          </p:cNvSpPr>
          <p:nvPr>
            <p:ph type="body" idx="3"/>
          </p:nvPr>
        </p:nvSpPr>
        <p:spPr>
          <a:xfrm>
            <a:off x="8029800" y="1604520"/>
            <a:ext cx="353304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307" name="Google Shape;307;p76"/>
          <p:cNvSpPr txBox="1">
            <a:spLocks noGrp="1"/>
          </p:cNvSpPr>
          <p:nvPr>
            <p:ph type="body" idx="4"/>
          </p:nvPr>
        </p:nvSpPr>
        <p:spPr>
          <a:xfrm>
            <a:off x="609480" y="3682080"/>
            <a:ext cx="353304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308" name="Google Shape;308;p76"/>
          <p:cNvSpPr txBox="1">
            <a:spLocks noGrp="1"/>
          </p:cNvSpPr>
          <p:nvPr>
            <p:ph type="body" idx="5"/>
          </p:nvPr>
        </p:nvSpPr>
        <p:spPr>
          <a:xfrm>
            <a:off x="4319640" y="3682080"/>
            <a:ext cx="353304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309" name="Google Shape;309;p76"/>
          <p:cNvSpPr txBox="1">
            <a:spLocks noGrp="1"/>
          </p:cNvSpPr>
          <p:nvPr>
            <p:ph type="body" idx="6"/>
          </p:nvPr>
        </p:nvSpPr>
        <p:spPr>
          <a:xfrm>
            <a:off x="8029800" y="3682080"/>
            <a:ext cx="3533040" cy="1896840"/>
          </a:xfrm>
          <a:prstGeom prst="rect">
            <a:avLst/>
          </a:prstGeom>
          <a:noFill/>
          <a:ln>
            <a:noFill/>
          </a:ln>
        </p:spPr>
        <p:txBody>
          <a:bodyPr spcFirstLastPara="1" wrap="square" lIns="0" tIns="0" rIns="0" bIns="0" anchor="ctr"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410"/>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411"/>
        <p:cNvGrpSpPr/>
        <p:nvPr/>
      </p:nvGrpSpPr>
      <p:grpSpPr>
        <a:xfrm>
          <a:off x="0" y="0"/>
          <a:ext cx="0" cy="0"/>
          <a:chOff x="0" y="0"/>
          <a:chExt cx="0" cy="0"/>
        </a:xfrm>
      </p:grpSpPr>
      <p:sp>
        <p:nvSpPr>
          <p:cNvPr id="412" name="Google Shape;412;p88"/>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3" name="Google Shape;413;p88"/>
          <p:cNvSpPr txBox="1">
            <a:spLocks noGrp="1"/>
          </p:cNvSpPr>
          <p:nvPr>
            <p:ph type="subTitle" idx="1"/>
          </p:nvPr>
        </p:nvSpPr>
        <p:spPr>
          <a:xfrm>
            <a:off x="609480" y="1604520"/>
            <a:ext cx="10972440" cy="397728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414"/>
        <p:cNvGrpSpPr/>
        <p:nvPr/>
      </p:nvGrpSpPr>
      <p:grpSpPr>
        <a:xfrm>
          <a:off x="0" y="0"/>
          <a:ext cx="0" cy="0"/>
          <a:chOff x="0" y="0"/>
          <a:chExt cx="0" cy="0"/>
        </a:xfrm>
      </p:grpSpPr>
      <p:sp>
        <p:nvSpPr>
          <p:cNvPr id="415" name="Google Shape;415;p89"/>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6" name="Google Shape;416;p89"/>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417"/>
        <p:cNvGrpSpPr/>
        <p:nvPr/>
      </p:nvGrpSpPr>
      <p:grpSpPr>
        <a:xfrm>
          <a:off x="0" y="0"/>
          <a:ext cx="0" cy="0"/>
          <a:chOff x="0" y="0"/>
          <a:chExt cx="0" cy="0"/>
        </a:xfrm>
      </p:grpSpPr>
      <p:sp>
        <p:nvSpPr>
          <p:cNvPr id="418" name="Google Shape;418;p90"/>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9" name="Google Shape;419;p90"/>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420" name="Google Shape;420;p90"/>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21"/>
        <p:cNvGrpSpPr/>
        <p:nvPr/>
      </p:nvGrpSpPr>
      <p:grpSpPr>
        <a:xfrm>
          <a:off x="0" y="0"/>
          <a:ext cx="0" cy="0"/>
          <a:chOff x="0" y="0"/>
          <a:chExt cx="0" cy="0"/>
        </a:xfrm>
      </p:grpSpPr>
      <p:sp>
        <p:nvSpPr>
          <p:cNvPr id="422" name="Google Shape;422;p91"/>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423"/>
        <p:cNvGrpSpPr/>
        <p:nvPr/>
      </p:nvGrpSpPr>
      <p:grpSpPr>
        <a:xfrm>
          <a:off x="0" y="0"/>
          <a:ext cx="0" cy="0"/>
          <a:chOff x="0" y="0"/>
          <a:chExt cx="0" cy="0"/>
        </a:xfrm>
      </p:grpSpPr>
      <p:sp>
        <p:nvSpPr>
          <p:cNvPr id="424" name="Google Shape;424;p92"/>
          <p:cNvSpPr txBox="1">
            <a:spLocks noGrp="1"/>
          </p:cNvSpPr>
          <p:nvPr>
            <p:ph type="subTitle" idx="1"/>
          </p:nvPr>
        </p:nvSpPr>
        <p:spPr>
          <a:xfrm>
            <a:off x="609480" y="273600"/>
            <a:ext cx="10972440" cy="530784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425"/>
        <p:cNvGrpSpPr/>
        <p:nvPr/>
      </p:nvGrpSpPr>
      <p:grpSpPr>
        <a:xfrm>
          <a:off x="0" y="0"/>
          <a:ext cx="0" cy="0"/>
          <a:chOff x="0" y="0"/>
          <a:chExt cx="0" cy="0"/>
        </a:xfrm>
      </p:grpSpPr>
      <p:sp>
        <p:nvSpPr>
          <p:cNvPr id="426" name="Google Shape;426;p93"/>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7" name="Google Shape;427;p93"/>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428" name="Google Shape;428;p93"/>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429" name="Google Shape;429;p93"/>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430"/>
        <p:cNvGrpSpPr/>
        <p:nvPr/>
      </p:nvGrpSpPr>
      <p:grpSpPr>
        <a:xfrm>
          <a:off x="0" y="0"/>
          <a:ext cx="0" cy="0"/>
          <a:chOff x="0" y="0"/>
          <a:chExt cx="0" cy="0"/>
        </a:xfrm>
      </p:grpSpPr>
      <p:sp>
        <p:nvSpPr>
          <p:cNvPr id="431" name="Google Shape;431;p94"/>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2" name="Google Shape;432;p94"/>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433" name="Google Shape;433;p94"/>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434" name="Google Shape;434;p94"/>
          <p:cNvSpPr txBox="1">
            <a:spLocks noGrp="1"/>
          </p:cNvSpPr>
          <p:nvPr>
            <p:ph type="body" idx="3"/>
          </p:nvPr>
        </p:nvSpPr>
        <p:spPr>
          <a:xfrm>
            <a:off x="6231960" y="3682080"/>
            <a:ext cx="535428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435"/>
        <p:cNvGrpSpPr/>
        <p:nvPr/>
      </p:nvGrpSpPr>
      <p:grpSpPr>
        <a:xfrm>
          <a:off x="0" y="0"/>
          <a:ext cx="0" cy="0"/>
          <a:chOff x="0" y="0"/>
          <a:chExt cx="0" cy="0"/>
        </a:xfrm>
      </p:grpSpPr>
      <p:sp>
        <p:nvSpPr>
          <p:cNvPr id="436" name="Google Shape;436;p95"/>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7" name="Google Shape;437;p95"/>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438" name="Google Shape;438;p95"/>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439" name="Google Shape;439;p95"/>
          <p:cNvSpPr txBox="1">
            <a:spLocks noGrp="1"/>
          </p:cNvSpPr>
          <p:nvPr>
            <p:ph type="body" idx="3"/>
          </p:nvPr>
        </p:nvSpPr>
        <p:spPr>
          <a:xfrm>
            <a:off x="609480" y="3682080"/>
            <a:ext cx="1097244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440"/>
        <p:cNvGrpSpPr/>
        <p:nvPr/>
      </p:nvGrpSpPr>
      <p:grpSpPr>
        <a:xfrm>
          <a:off x="0" y="0"/>
          <a:ext cx="0" cy="0"/>
          <a:chOff x="0" y="0"/>
          <a:chExt cx="0" cy="0"/>
        </a:xfrm>
      </p:grpSpPr>
      <p:sp>
        <p:nvSpPr>
          <p:cNvPr id="441" name="Google Shape;441;p96"/>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2" name="Google Shape;442;p96"/>
          <p:cNvSpPr txBox="1">
            <a:spLocks noGrp="1"/>
          </p:cNvSpPr>
          <p:nvPr>
            <p:ph type="body" idx="1"/>
          </p:nvPr>
        </p:nvSpPr>
        <p:spPr>
          <a:xfrm>
            <a:off x="609480" y="1604520"/>
            <a:ext cx="1097244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443" name="Google Shape;443;p96"/>
          <p:cNvSpPr txBox="1">
            <a:spLocks noGrp="1"/>
          </p:cNvSpPr>
          <p:nvPr>
            <p:ph type="body" idx="2"/>
          </p:nvPr>
        </p:nvSpPr>
        <p:spPr>
          <a:xfrm>
            <a:off x="609480" y="3682080"/>
            <a:ext cx="1097244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444"/>
        <p:cNvGrpSpPr/>
        <p:nvPr/>
      </p:nvGrpSpPr>
      <p:grpSpPr>
        <a:xfrm>
          <a:off x="0" y="0"/>
          <a:ext cx="0" cy="0"/>
          <a:chOff x="0" y="0"/>
          <a:chExt cx="0" cy="0"/>
        </a:xfrm>
      </p:grpSpPr>
      <p:sp>
        <p:nvSpPr>
          <p:cNvPr id="445" name="Google Shape;445;p97"/>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6" name="Google Shape;446;p97"/>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447" name="Google Shape;447;p97"/>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448" name="Google Shape;448;p97"/>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449" name="Google Shape;449;p97"/>
          <p:cNvSpPr txBox="1">
            <a:spLocks noGrp="1"/>
          </p:cNvSpPr>
          <p:nvPr>
            <p:ph type="body" idx="4"/>
          </p:nvPr>
        </p:nvSpPr>
        <p:spPr>
          <a:xfrm>
            <a:off x="6231960" y="3682080"/>
            <a:ext cx="535428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450"/>
        <p:cNvGrpSpPr/>
        <p:nvPr/>
      </p:nvGrpSpPr>
      <p:grpSpPr>
        <a:xfrm>
          <a:off x="0" y="0"/>
          <a:ext cx="0" cy="0"/>
          <a:chOff x="0" y="0"/>
          <a:chExt cx="0" cy="0"/>
        </a:xfrm>
      </p:grpSpPr>
      <p:sp>
        <p:nvSpPr>
          <p:cNvPr id="451" name="Google Shape;451;p98"/>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2" name="Google Shape;452;p98"/>
          <p:cNvSpPr txBox="1">
            <a:spLocks noGrp="1"/>
          </p:cNvSpPr>
          <p:nvPr>
            <p:ph type="body" idx="1"/>
          </p:nvPr>
        </p:nvSpPr>
        <p:spPr>
          <a:xfrm>
            <a:off x="609480" y="1604520"/>
            <a:ext cx="353304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453" name="Google Shape;453;p98"/>
          <p:cNvSpPr txBox="1">
            <a:spLocks noGrp="1"/>
          </p:cNvSpPr>
          <p:nvPr>
            <p:ph type="body" idx="2"/>
          </p:nvPr>
        </p:nvSpPr>
        <p:spPr>
          <a:xfrm>
            <a:off x="4319640" y="1604520"/>
            <a:ext cx="353304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454" name="Google Shape;454;p98"/>
          <p:cNvSpPr txBox="1">
            <a:spLocks noGrp="1"/>
          </p:cNvSpPr>
          <p:nvPr>
            <p:ph type="body" idx="3"/>
          </p:nvPr>
        </p:nvSpPr>
        <p:spPr>
          <a:xfrm>
            <a:off x="8029800" y="1604520"/>
            <a:ext cx="353304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455" name="Google Shape;455;p98"/>
          <p:cNvSpPr txBox="1">
            <a:spLocks noGrp="1"/>
          </p:cNvSpPr>
          <p:nvPr>
            <p:ph type="body" idx="4"/>
          </p:nvPr>
        </p:nvSpPr>
        <p:spPr>
          <a:xfrm>
            <a:off x="609480" y="3682080"/>
            <a:ext cx="353304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456" name="Google Shape;456;p98"/>
          <p:cNvSpPr txBox="1">
            <a:spLocks noGrp="1"/>
          </p:cNvSpPr>
          <p:nvPr>
            <p:ph type="body" idx="5"/>
          </p:nvPr>
        </p:nvSpPr>
        <p:spPr>
          <a:xfrm>
            <a:off x="4319640" y="3682080"/>
            <a:ext cx="353304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457" name="Google Shape;457;p98"/>
          <p:cNvSpPr txBox="1">
            <a:spLocks noGrp="1"/>
          </p:cNvSpPr>
          <p:nvPr>
            <p:ph type="body" idx="6"/>
          </p:nvPr>
        </p:nvSpPr>
        <p:spPr>
          <a:xfrm>
            <a:off x="8029800" y="3682080"/>
            <a:ext cx="3533040" cy="189684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grpSp>
        <p:nvGrpSpPr>
          <p:cNvPr id="10" name="Google Shape;10;p21"/>
          <p:cNvGrpSpPr/>
          <p:nvPr/>
        </p:nvGrpSpPr>
        <p:grpSpPr>
          <a:xfrm>
            <a:off x="0" y="379800"/>
            <a:ext cx="1946160" cy="553320"/>
            <a:chOff x="0" y="379800"/>
            <a:chExt cx="1946160" cy="553320"/>
          </a:xfrm>
        </p:grpSpPr>
        <p:sp>
          <p:nvSpPr>
            <p:cNvPr id="11" name="Google Shape;11;p21"/>
            <p:cNvSpPr/>
            <p:nvPr/>
          </p:nvSpPr>
          <p:spPr>
            <a:xfrm>
              <a:off x="0" y="379800"/>
              <a:ext cx="1946160" cy="553320"/>
            </a:xfrm>
            <a:prstGeom prst="homePlate">
              <a:avLst>
                <a:gd name="adj" fmla="val 23896"/>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1"/>
            <p:cNvSpPr/>
            <p:nvPr/>
          </p:nvSpPr>
          <p:spPr>
            <a:xfrm>
              <a:off x="0" y="656640"/>
              <a:ext cx="1946160" cy="276480"/>
            </a:xfrm>
            <a:custGeom>
              <a:avLst/>
              <a:gdLst/>
              <a:ahLst/>
              <a:cxnLst/>
              <a:rect l="l" t="t" r="r" b="b"/>
              <a:pathLst>
                <a:path w="3686629" h="714829" extrusionOk="0">
                  <a:moveTo>
                    <a:pt x="0" y="0"/>
                  </a:moveTo>
                  <a:lnTo>
                    <a:pt x="3686629" y="0"/>
                  </a:lnTo>
                  <a:lnTo>
                    <a:pt x="3435202" y="714829"/>
                  </a:lnTo>
                  <a:lnTo>
                    <a:pt x="0" y="714829"/>
                  </a:lnTo>
                  <a:lnTo>
                    <a:pt x="0" y="0"/>
                  </a:lnTo>
                  <a:close/>
                </a:path>
              </a:pathLst>
            </a:custGeom>
            <a:solidFill>
              <a:srgbClr val="C21227"/>
            </a:solidFill>
            <a:ln>
              <a:noFill/>
            </a:ln>
          </p:spPr>
        </p:sp>
        <p:sp>
          <p:nvSpPr>
            <p:cNvPr id="13" name="Google Shape;13;p21"/>
            <p:cNvSpPr/>
            <p:nvPr/>
          </p:nvSpPr>
          <p:spPr>
            <a:xfrm>
              <a:off x="1362960" y="432000"/>
              <a:ext cx="521280" cy="449280"/>
            </a:xfrm>
            <a:prstGeom prst="hexagon">
              <a:avLst>
                <a:gd name="adj" fmla="val 25000"/>
                <a:gd name="vf" fmla="val 11547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1"/>
            <p:cNvSpPr/>
            <p:nvPr/>
          </p:nvSpPr>
          <p:spPr>
            <a:xfrm>
              <a:off x="1499040" y="542520"/>
              <a:ext cx="248760" cy="229320"/>
            </a:xfrm>
            <a:custGeom>
              <a:avLst/>
              <a:gdLst/>
              <a:ahLst/>
              <a:cxnLst/>
              <a:rect l="l" t="t" r="r" b="b"/>
              <a:pathLst>
                <a:path w="578320" h="533197" extrusionOk="0">
                  <a:moveTo>
                    <a:pt x="469488" y="312166"/>
                  </a:moveTo>
                  <a:cubicBezTo>
                    <a:pt x="499002" y="312166"/>
                    <a:pt x="523904" y="335190"/>
                    <a:pt x="523904" y="363740"/>
                  </a:cubicBezTo>
                  <a:lnTo>
                    <a:pt x="523904" y="376634"/>
                  </a:lnTo>
                  <a:cubicBezTo>
                    <a:pt x="523904" y="376634"/>
                    <a:pt x="529438" y="381238"/>
                    <a:pt x="527594" y="391369"/>
                  </a:cubicBezTo>
                  <a:cubicBezTo>
                    <a:pt x="526671" y="404262"/>
                    <a:pt x="512837" y="411630"/>
                    <a:pt x="512837" y="411630"/>
                  </a:cubicBezTo>
                  <a:cubicBezTo>
                    <a:pt x="512837" y="411630"/>
                    <a:pt x="509147" y="430970"/>
                    <a:pt x="498080" y="440180"/>
                  </a:cubicBezTo>
                  <a:cubicBezTo>
                    <a:pt x="494391" y="467809"/>
                    <a:pt x="513759" y="470572"/>
                    <a:pt x="529438" y="475176"/>
                  </a:cubicBezTo>
                  <a:cubicBezTo>
                    <a:pt x="555263" y="483465"/>
                    <a:pt x="578320" y="485307"/>
                    <a:pt x="578320" y="518462"/>
                  </a:cubicBezTo>
                  <a:cubicBezTo>
                    <a:pt x="578320" y="525829"/>
                    <a:pt x="543273" y="532276"/>
                    <a:pt x="485168" y="533197"/>
                  </a:cubicBezTo>
                  <a:lnTo>
                    <a:pt x="477789" y="486228"/>
                  </a:lnTo>
                  <a:lnTo>
                    <a:pt x="481478" y="479781"/>
                  </a:lnTo>
                  <a:cubicBezTo>
                    <a:pt x="481478" y="478860"/>
                    <a:pt x="481478" y="477939"/>
                    <a:pt x="480556" y="477939"/>
                  </a:cubicBezTo>
                  <a:lnTo>
                    <a:pt x="471333" y="466888"/>
                  </a:lnTo>
                  <a:cubicBezTo>
                    <a:pt x="470411" y="465967"/>
                    <a:pt x="468566" y="465967"/>
                    <a:pt x="467644" y="466888"/>
                  </a:cubicBezTo>
                  <a:lnTo>
                    <a:pt x="458421" y="477939"/>
                  </a:lnTo>
                  <a:cubicBezTo>
                    <a:pt x="457499" y="477939"/>
                    <a:pt x="457499" y="478860"/>
                    <a:pt x="458421" y="479781"/>
                  </a:cubicBezTo>
                  <a:lnTo>
                    <a:pt x="462110" y="486228"/>
                  </a:lnTo>
                  <a:lnTo>
                    <a:pt x="454732" y="533197"/>
                  </a:lnTo>
                  <a:cubicBezTo>
                    <a:pt x="396627" y="532276"/>
                    <a:pt x="361579" y="525829"/>
                    <a:pt x="361579" y="518462"/>
                  </a:cubicBezTo>
                  <a:cubicBezTo>
                    <a:pt x="361579" y="485307"/>
                    <a:pt x="384637" y="483465"/>
                    <a:pt x="409539" y="475176"/>
                  </a:cubicBezTo>
                  <a:cubicBezTo>
                    <a:pt x="425218" y="470572"/>
                    <a:pt x="444586" y="466888"/>
                    <a:pt x="440897" y="440180"/>
                  </a:cubicBezTo>
                  <a:cubicBezTo>
                    <a:pt x="430752" y="430970"/>
                    <a:pt x="427063" y="411630"/>
                    <a:pt x="427063" y="411630"/>
                  </a:cubicBezTo>
                  <a:cubicBezTo>
                    <a:pt x="427063" y="411630"/>
                    <a:pt x="413228" y="404262"/>
                    <a:pt x="411383" y="391369"/>
                  </a:cubicBezTo>
                  <a:cubicBezTo>
                    <a:pt x="410461" y="381238"/>
                    <a:pt x="415995" y="376634"/>
                    <a:pt x="415995" y="376634"/>
                  </a:cubicBezTo>
                  <a:lnTo>
                    <a:pt x="415995" y="363740"/>
                  </a:lnTo>
                  <a:cubicBezTo>
                    <a:pt x="415995" y="335190"/>
                    <a:pt x="439975" y="312166"/>
                    <a:pt x="469488" y="312166"/>
                  </a:cubicBezTo>
                  <a:close/>
                  <a:moveTo>
                    <a:pt x="107909" y="312166"/>
                  </a:moveTo>
                  <a:cubicBezTo>
                    <a:pt x="138345" y="312166"/>
                    <a:pt x="162325" y="335190"/>
                    <a:pt x="162325" y="363740"/>
                  </a:cubicBezTo>
                  <a:lnTo>
                    <a:pt x="162325" y="376634"/>
                  </a:lnTo>
                  <a:cubicBezTo>
                    <a:pt x="162325" y="376634"/>
                    <a:pt x="167859" y="381238"/>
                    <a:pt x="166937" y="391369"/>
                  </a:cubicBezTo>
                  <a:cubicBezTo>
                    <a:pt x="165092" y="404262"/>
                    <a:pt x="151257" y="411630"/>
                    <a:pt x="151257" y="411630"/>
                  </a:cubicBezTo>
                  <a:cubicBezTo>
                    <a:pt x="151257" y="411630"/>
                    <a:pt x="147568" y="430970"/>
                    <a:pt x="137423" y="440180"/>
                  </a:cubicBezTo>
                  <a:cubicBezTo>
                    <a:pt x="132811" y="467809"/>
                    <a:pt x="152180" y="470572"/>
                    <a:pt x="167859" y="475176"/>
                  </a:cubicBezTo>
                  <a:cubicBezTo>
                    <a:pt x="193684" y="483465"/>
                    <a:pt x="216741" y="485307"/>
                    <a:pt x="216741" y="518462"/>
                  </a:cubicBezTo>
                  <a:cubicBezTo>
                    <a:pt x="216741" y="525829"/>
                    <a:pt x="181693" y="532276"/>
                    <a:pt x="123588" y="533197"/>
                  </a:cubicBezTo>
                  <a:lnTo>
                    <a:pt x="116210" y="486228"/>
                  </a:lnTo>
                  <a:lnTo>
                    <a:pt x="119899" y="479781"/>
                  </a:lnTo>
                  <a:cubicBezTo>
                    <a:pt x="120821" y="478860"/>
                    <a:pt x="119899" y="477939"/>
                    <a:pt x="119899" y="477939"/>
                  </a:cubicBezTo>
                  <a:lnTo>
                    <a:pt x="109754" y="466888"/>
                  </a:lnTo>
                  <a:cubicBezTo>
                    <a:pt x="108832" y="465967"/>
                    <a:pt x="107909" y="465967"/>
                    <a:pt x="106987" y="466888"/>
                  </a:cubicBezTo>
                  <a:lnTo>
                    <a:pt x="96842" y="477939"/>
                  </a:lnTo>
                  <a:cubicBezTo>
                    <a:pt x="96842" y="477939"/>
                    <a:pt x="95919" y="478860"/>
                    <a:pt x="96842" y="479781"/>
                  </a:cubicBezTo>
                  <a:lnTo>
                    <a:pt x="100531" y="486228"/>
                  </a:lnTo>
                  <a:lnTo>
                    <a:pt x="93152" y="533197"/>
                  </a:lnTo>
                  <a:cubicBezTo>
                    <a:pt x="35047" y="532276"/>
                    <a:pt x="0" y="525829"/>
                    <a:pt x="0" y="518462"/>
                  </a:cubicBezTo>
                  <a:cubicBezTo>
                    <a:pt x="0" y="485307"/>
                    <a:pt x="23057" y="483465"/>
                    <a:pt x="48882" y="475176"/>
                  </a:cubicBezTo>
                  <a:cubicBezTo>
                    <a:pt x="64561" y="470572"/>
                    <a:pt x="83929" y="466888"/>
                    <a:pt x="79318" y="440180"/>
                  </a:cubicBezTo>
                  <a:cubicBezTo>
                    <a:pt x="69173" y="430970"/>
                    <a:pt x="65483" y="411630"/>
                    <a:pt x="65483" y="411630"/>
                  </a:cubicBezTo>
                  <a:cubicBezTo>
                    <a:pt x="65483" y="411630"/>
                    <a:pt x="51649" y="404262"/>
                    <a:pt x="49804" y="391369"/>
                  </a:cubicBezTo>
                  <a:cubicBezTo>
                    <a:pt x="48882" y="381238"/>
                    <a:pt x="54416" y="376634"/>
                    <a:pt x="54416" y="376634"/>
                  </a:cubicBezTo>
                  <a:lnTo>
                    <a:pt x="54416" y="363740"/>
                  </a:lnTo>
                  <a:cubicBezTo>
                    <a:pt x="54416" y="335190"/>
                    <a:pt x="78396" y="312166"/>
                    <a:pt x="107909" y="312166"/>
                  </a:cubicBezTo>
                  <a:close/>
                  <a:moveTo>
                    <a:pt x="288717" y="237601"/>
                  </a:moveTo>
                  <a:cubicBezTo>
                    <a:pt x="297024" y="237601"/>
                    <a:pt x="303485" y="244048"/>
                    <a:pt x="303485" y="252338"/>
                  </a:cubicBezTo>
                  <a:lnTo>
                    <a:pt x="303485" y="331547"/>
                  </a:lnTo>
                  <a:lnTo>
                    <a:pt x="384708" y="398782"/>
                  </a:lnTo>
                  <a:cubicBezTo>
                    <a:pt x="390246" y="403387"/>
                    <a:pt x="391169" y="412598"/>
                    <a:pt x="386554" y="419045"/>
                  </a:cubicBezTo>
                  <a:cubicBezTo>
                    <a:pt x="383785" y="421808"/>
                    <a:pt x="379170" y="423650"/>
                    <a:pt x="375478" y="423650"/>
                  </a:cubicBezTo>
                  <a:cubicBezTo>
                    <a:pt x="371786" y="423650"/>
                    <a:pt x="369017" y="422729"/>
                    <a:pt x="366248" y="420887"/>
                  </a:cubicBezTo>
                  <a:lnTo>
                    <a:pt x="288717" y="356415"/>
                  </a:lnTo>
                  <a:lnTo>
                    <a:pt x="212108" y="420887"/>
                  </a:lnTo>
                  <a:cubicBezTo>
                    <a:pt x="205647" y="425492"/>
                    <a:pt x="196417" y="424571"/>
                    <a:pt x="191802" y="419045"/>
                  </a:cubicBezTo>
                  <a:cubicBezTo>
                    <a:pt x="186264" y="412598"/>
                    <a:pt x="187187" y="403387"/>
                    <a:pt x="193648" y="398782"/>
                  </a:cubicBezTo>
                  <a:lnTo>
                    <a:pt x="274872" y="331547"/>
                  </a:lnTo>
                  <a:lnTo>
                    <a:pt x="274872" y="252338"/>
                  </a:lnTo>
                  <a:cubicBezTo>
                    <a:pt x="274872" y="244048"/>
                    <a:pt x="281333" y="237601"/>
                    <a:pt x="288717" y="237601"/>
                  </a:cubicBezTo>
                  <a:close/>
                  <a:moveTo>
                    <a:pt x="288699" y="0"/>
                  </a:moveTo>
                  <a:cubicBezTo>
                    <a:pt x="318213" y="0"/>
                    <a:pt x="343115" y="22103"/>
                    <a:pt x="343115" y="50653"/>
                  </a:cubicBezTo>
                  <a:lnTo>
                    <a:pt x="343115" y="63546"/>
                  </a:lnTo>
                  <a:cubicBezTo>
                    <a:pt x="343115" y="63546"/>
                    <a:pt x="348649" y="68151"/>
                    <a:pt x="346805" y="78282"/>
                  </a:cubicBezTo>
                  <a:cubicBezTo>
                    <a:pt x="345882" y="92096"/>
                    <a:pt x="332048" y="98543"/>
                    <a:pt x="332048" y="98543"/>
                  </a:cubicBezTo>
                  <a:cubicBezTo>
                    <a:pt x="332048" y="98543"/>
                    <a:pt x="328358" y="117883"/>
                    <a:pt x="318213" y="127093"/>
                  </a:cubicBezTo>
                  <a:cubicBezTo>
                    <a:pt x="313602" y="154722"/>
                    <a:pt x="332970" y="157484"/>
                    <a:pt x="348649" y="163010"/>
                  </a:cubicBezTo>
                  <a:cubicBezTo>
                    <a:pt x="374474" y="171299"/>
                    <a:pt x="397531" y="172220"/>
                    <a:pt x="397531" y="206295"/>
                  </a:cubicBezTo>
                  <a:cubicBezTo>
                    <a:pt x="397531" y="212742"/>
                    <a:pt x="362484" y="219189"/>
                    <a:pt x="304379" y="220110"/>
                  </a:cubicBezTo>
                  <a:lnTo>
                    <a:pt x="297000" y="173141"/>
                  </a:lnTo>
                  <a:lnTo>
                    <a:pt x="300689" y="167615"/>
                  </a:lnTo>
                  <a:cubicBezTo>
                    <a:pt x="300689" y="166694"/>
                    <a:pt x="300689" y="165773"/>
                    <a:pt x="300689" y="164852"/>
                  </a:cubicBezTo>
                  <a:lnTo>
                    <a:pt x="290544" y="154722"/>
                  </a:lnTo>
                  <a:cubicBezTo>
                    <a:pt x="289622" y="153801"/>
                    <a:pt x="287777" y="153801"/>
                    <a:pt x="287777" y="154722"/>
                  </a:cubicBezTo>
                  <a:lnTo>
                    <a:pt x="277632" y="164852"/>
                  </a:lnTo>
                  <a:cubicBezTo>
                    <a:pt x="276710" y="165773"/>
                    <a:pt x="276710" y="166694"/>
                    <a:pt x="277632" y="167615"/>
                  </a:cubicBezTo>
                  <a:lnTo>
                    <a:pt x="281321" y="173141"/>
                  </a:lnTo>
                  <a:lnTo>
                    <a:pt x="273943" y="221031"/>
                  </a:lnTo>
                  <a:cubicBezTo>
                    <a:pt x="215838" y="219189"/>
                    <a:pt x="180790" y="212742"/>
                    <a:pt x="180790" y="206295"/>
                  </a:cubicBezTo>
                  <a:cubicBezTo>
                    <a:pt x="180790" y="172220"/>
                    <a:pt x="203848" y="171299"/>
                    <a:pt x="228750" y="163010"/>
                  </a:cubicBezTo>
                  <a:cubicBezTo>
                    <a:pt x="244429" y="157484"/>
                    <a:pt x="264720" y="154722"/>
                    <a:pt x="260108" y="127093"/>
                  </a:cubicBezTo>
                  <a:cubicBezTo>
                    <a:pt x="249963" y="117883"/>
                    <a:pt x="246274" y="98543"/>
                    <a:pt x="246274" y="98543"/>
                  </a:cubicBezTo>
                  <a:cubicBezTo>
                    <a:pt x="246274" y="98543"/>
                    <a:pt x="232439" y="92096"/>
                    <a:pt x="230594" y="78282"/>
                  </a:cubicBezTo>
                  <a:cubicBezTo>
                    <a:pt x="229672" y="68151"/>
                    <a:pt x="235206" y="63546"/>
                    <a:pt x="235206" y="63546"/>
                  </a:cubicBezTo>
                  <a:lnTo>
                    <a:pt x="235206" y="50653"/>
                  </a:lnTo>
                  <a:cubicBezTo>
                    <a:pt x="235206" y="22103"/>
                    <a:pt x="259186" y="0"/>
                    <a:pt x="2886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 name="Google Shape;15;p21"/>
          <p:cNvGrpSpPr/>
          <p:nvPr/>
        </p:nvGrpSpPr>
        <p:grpSpPr>
          <a:xfrm>
            <a:off x="0" y="379440"/>
            <a:ext cx="1123200" cy="553680"/>
            <a:chOff x="0" y="379440"/>
            <a:chExt cx="1123200" cy="553680"/>
          </a:xfrm>
        </p:grpSpPr>
        <p:grpSp>
          <p:nvGrpSpPr>
            <p:cNvPr id="16" name="Google Shape;16;p21"/>
            <p:cNvGrpSpPr/>
            <p:nvPr/>
          </p:nvGrpSpPr>
          <p:grpSpPr>
            <a:xfrm>
              <a:off x="0" y="379440"/>
              <a:ext cx="481320" cy="553680"/>
              <a:chOff x="0" y="379440"/>
              <a:chExt cx="481320" cy="553680"/>
            </a:xfrm>
          </p:grpSpPr>
          <p:sp>
            <p:nvSpPr>
              <p:cNvPr id="17" name="Google Shape;17;p21"/>
              <p:cNvSpPr/>
              <p:nvPr/>
            </p:nvSpPr>
            <p:spPr>
              <a:xfrm rot="10800000" flipH="1">
                <a:off x="360" y="379440"/>
                <a:ext cx="320760" cy="276480"/>
              </a:xfrm>
              <a:prstGeom prst="triangle">
                <a:avLst>
                  <a:gd name="adj" fmla="val 50000"/>
                </a:avLst>
              </a:prstGeom>
              <a:solidFill>
                <a:srgbClr val="EB19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1"/>
              <p:cNvSpPr/>
              <p:nvPr/>
            </p:nvSpPr>
            <p:spPr>
              <a:xfrm>
                <a:off x="160560" y="379800"/>
                <a:ext cx="320760" cy="276480"/>
              </a:xfrm>
              <a:prstGeom prst="triangle">
                <a:avLst>
                  <a:gd name="adj" fmla="val 50000"/>
                </a:avLst>
              </a:prstGeom>
              <a:solidFill>
                <a:srgbClr val="C21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1"/>
              <p:cNvSpPr/>
              <p:nvPr/>
            </p:nvSpPr>
            <p:spPr>
              <a:xfrm rot="10800000" flipH="1">
                <a:off x="160560" y="656280"/>
                <a:ext cx="320760" cy="276480"/>
              </a:xfrm>
              <a:prstGeom prst="triangle">
                <a:avLst>
                  <a:gd name="adj" fmla="val 50000"/>
                </a:avLst>
              </a:prstGeom>
              <a:solidFill>
                <a:srgbClr val="ED37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1"/>
              <p:cNvSpPr/>
              <p:nvPr/>
            </p:nvSpPr>
            <p:spPr>
              <a:xfrm>
                <a:off x="0" y="656640"/>
                <a:ext cx="320760" cy="276480"/>
              </a:xfrm>
              <a:prstGeom prst="triangle">
                <a:avLst>
                  <a:gd name="adj" fmla="val 50000"/>
                </a:avLst>
              </a:prstGeom>
              <a:solidFill>
                <a:srgbClr val="8800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21"/>
            <p:cNvSpPr/>
            <p:nvPr/>
          </p:nvSpPr>
          <p:spPr>
            <a:xfrm rot="10800000" flipH="1">
              <a:off x="321120" y="379440"/>
              <a:ext cx="320760" cy="276480"/>
            </a:xfrm>
            <a:prstGeom prst="triangle">
              <a:avLst>
                <a:gd name="adj" fmla="val 50000"/>
              </a:avLst>
            </a:prstGeom>
            <a:solidFill>
              <a:srgbClr val="EB19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1"/>
            <p:cNvSpPr/>
            <p:nvPr/>
          </p:nvSpPr>
          <p:spPr>
            <a:xfrm>
              <a:off x="481680" y="379800"/>
              <a:ext cx="320760" cy="276480"/>
            </a:xfrm>
            <a:prstGeom prst="triangle">
              <a:avLst>
                <a:gd name="adj" fmla="val 50000"/>
              </a:avLst>
            </a:prstGeom>
            <a:solidFill>
              <a:srgbClr val="C21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1"/>
            <p:cNvSpPr/>
            <p:nvPr/>
          </p:nvSpPr>
          <p:spPr>
            <a:xfrm rot="10800000" flipH="1">
              <a:off x="481680" y="656280"/>
              <a:ext cx="320760" cy="276480"/>
            </a:xfrm>
            <a:prstGeom prst="triangle">
              <a:avLst>
                <a:gd name="adj" fmla="val 50000"/>
              </a:avLst>
            </a:prstGeom>
            <a:solidFill>
              <a:srgbClr val="ED37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1"/>
            <p:cNvSpPr/>
            <p:nvPr/>
          </p:nvSpPr>
          <p:spPr>
            <a:xfrm>
              <a:off x="320760" y="656640"/>
              <a:ext cx="320760" cy="276480"/>
            </a:xfrm>
            <a:prstGeom prst="triangle">
              <a:avLst>
                <a:gd name="adj" fmla="val 50000"/>
              </a:avLst>
            </a:prstGeom>
            <a:solidFill>
              <a:srgbClr val="8800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1"/>
            <p:cNvSpPr/>
            <p:nvPr/>
          </p:nvSpPr>
          <p:spPr>
            <a:xfrm rot="10800000" flipH="1">
              <a:off x="642240" y="379440"/>
              <a:ext cx="320760" cy="276480"/>
            </a:xfrm>
            <a:prstGeom prst="triangle">
              <a:avLst>
                <a:gd name="adj" fmla="val 50000"/>
              </a:avLst>
            </a:prstGeom>
            <a:solidFill>
              <a:srgbClr val="EB19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1"/>
            <p:cNvSpPr/>
            <p:nvPr/>
          </p:nvSpPr>
          <p:spPr>
            <a:xfrm>
              <a:off x="802440" y="379800"/>
              <a:ext cx="320760" cy="276480"/>
            </a:xfrm>
            <a:prstGeom prst="triangle">
              <a:avLst>
                <a:gd name="adj" fmla="val 50000"/>
              </a:avLst>
            </a:prstGeom>
            <a:solidFill>
              <a:srgbClr val="C21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1"/>
            <p:cNvSpPr/>
            <p:nvPr/>
          </p:nvSpPr>
          <p:spPr>
            <a:xfrm rot="10800000" flipH="1">
              <a:off x="802440" y="656280"/>
              <a:ext cx="320760" cy="276480"/>
            </a:xfrm>
            <a:prstGeom prst="triangle">
              <a:avLst>
                <a:gd name="adj" fmla="val 50000"/>
              </a:avLst>
            </a:prstGeom>
            <a:solidFill>
              <a:srgbClr val="ED37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1"/>
            <p:cNvSpPr/>
            <p:nvPr/>
          </p:nvSpPr>
          <p:spPr>
            <a:xfrm>
              <a:off x="641880" y="656640"/>
              <a:ext cx="320760" cy="276480"/>
            </a:xfrm>
            <a:prstGeom prst="triangle">
              <a:avLst>
                <a:gd name="adj" fmla="val 50000"/>
              </a:avLst>
            </a:prstGeom>
            <a:solidFill>
              <a:srgbClr val="8800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29;p21"/>
          <p:cNvGrpSpPr/>
          <p:nvPr/>
        </p:nvGrpSpPr>
        <p:grpSpPr>
          <a:xfrm>
            <a:off x="0" y="6706080"/>
            <a:ext cx="12191760" cy="150120"/>
            <a:chOff x="0" y="6706080"/>
            <a:chExt cx="12191760" cy="150120"/>
          </a:xfrm>
        </p:grpSpPr>
        <p:sp>
          <p:nvSpPr>
            <p:cNvPr id="30" name="Google Shape;30;p21"/>
            <p:cNvSpPr/>
            <p:nvPr/>
          </p:nvSpPr>
          <p:spPr>
            <a:xfrm>
              <a:off x="0" y="6706080"/>
              <a:ext cx="12191760" cy="15012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1"/>
            <p:cNvSpPr/>
            <p:nvPr/>
          </p:nvSpPr>
          <p:spPr>
            <a:xfrm>
              <a:off x="0" y="6780960"/>
              <a:ext cx="12191760" cy="74880"/>
            </a:xfrm>
            <a:prstGeom prst="rect">
              <a:avLst/>
            </a:prstGeom>
            <a:solidFill>
              <a:srgbClr val="C21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 name="Google Shape;32;p21"/>
          <p:cNvSpPr txBox="1">
            <a:spLocks noGrp="1"/>
          </p:cNvSpPr>
          <p:nvPr>
            <p:ph type="body" idx="1"/>
          </p:nvPr>
        </p:nvSpPr>
        <p:spPr>
          <a:xfrm>
            <a:off x="5352120" y="-15120"/>
            <a:ext cx="6839640" cy="6872760"/>
          </a:xfrm>
          <a:prstGeom prst="rect">
            <a:avLst/>
          </a:prstGeom>
          <a:noFill/>
          <a:ln>
            <a:noFill/>
          </a:ln>
        </p:spPr>
        <p:txBody>
          <a:bodyPr spcFirstLastPara="1" wrap="square" lIns="91425" tIns="45700" rIns="91425" bIns="45700" anchor="ctr" anchorCtr="0">
            <a:noAutofit/>
          </a:bodyPr>
          <a:lstStyle>
            <a:lvl1pPr marL="457200" lvl="0" indent="-228600">
              <a:spcBef>
                <a:spcPts val="0"/>
              </a:spcBef>
              <a:spcAft>
                <a:spcPts val="0"/>
              </a:spcAft>
              <a:buSzPts val="1400"/>
              <a:buNone/>
              <a:defRPr sz="1800"/>
            </a:lvl1pPr>
            <a:lvl2pPr marL="914400" lvl="1" indent="-228600">
              <a:spcBef>
                <a:spcPts val="0"/>
              </a:spcBef>
              <a:spcAft>
                <a:spcPts val="0"/>
              </a:spcAft>
              <a:buSzPts val="1400"/>
              <a:buNone/>
              <a:defRPr sz="1800"/>
            </a:lvl2pPr>
            <a:lvl3pPr marL="1371600" lvl="2" indent="-228600">
              <a:spcBef>
                <a:spcPts val="0"/>
              </a:spcBef>
              <a:spcAft>
                <a:spcPts val="0"/>
              </a:spcAft>
              <a:buSzPts val="1400"/>
              <a:buNone/>
              <a:defRPr sz="1800"/>
            </a:lvl3pPr>
            <a:lvl4pPr marL="1828800" lvl="3" indent="-228600">
              <a:spcBef>
                <a:spcPts val="0"/>
              </a:spcBef>
              <a:spcAft>
                <a:spcPts val="0"/>
              </a:spcAft>
              <a:buSzPts val="1400"/>
              <a:buNone/>
              <a:defRPr sz="1800"/>
            </a:lvl4pPr>
            <a:lvl5pPr marL="2286000" lvl="4" indent="-228600">
              <a:spcBef>
                <a:spcPts val="0"/>
              </a:spcBef>
              <a:spcAft>
                <a:spcPts val="0"/>
              </a:spcAft>
              <a:buSzPts val="1400"/>
              <a:buNone/>
              <a:defRPr sz="1800"/>
            </a:lvl5pPr>
            <a:lvl6pPr marL="2743200" lvl="5" indent="-228600">
              <a:spcBef>
                <a:spcPts val="0"/>
              </a:spcBef>
              <a:spcAft>
                <a:spcPts val="0"/>
              </a:spcAft>
              <a:buSzPts val="1400"/>
              <a:buNone/>
              <a:defRPr sz="1800"/>
            </a:lvl6pPr>
            <a:lvl7pPr marL="3200400" lvl="6" indent="-228600">
              <a:spcBef>
                <a:spcPts val="0"/>
              </a:spcBef>
              <a:spcAft>
                <a:spcPts val="0"/>
              </a:spcAft>
              <a:buSzPts val="1400"/>
              <a:buNone/>
              <a:defRPr sz="1800"/>
            </a:lvl7pPr>
            <a:lvl8pPr marL="3657600" lvl="7" indent="-228600">
              <a:spcBef>
                <a:spcPts val="0"/>
              </a:spcBef>
              <a:spcAft>
                <a:spcPts val="0"/>
              </a:spcAft>
              <a:buSzPts val="1400"/>
              <a:buNone/>
              <a:defRPr sz="1800"/>
            </a:lvl8pPr>
            <a:lvl9pPr marL="4114800" lvl="8" indent="-228600">
              <a:spcBef>
                <a:spcPts val="0"/>
              </a:spcBef>
              <a:spcAft>
                <a:spcPts val="0"/>
              </a:spcAft>
              <a:buSzPts val="1400"/>
              <a:buNone/>
              <a:defRPr sz="1800"/>
            </a:lvl9pPr>
          </a:lstStyle>
          <a:p>
            <a:endParaRPr/>
          </a:p>
        </p:txBody>
      </p:sp>
      <p:sp>
        <p:nvSpPr>
          <p:cNvPr id="33" name="Google Shape;33;p21"/>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sz="18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2"/>
        <p:cNvGrpSpPr/>
        <p:nvPr/>
      </p:nvGrpSpPr>
      <p:grpSpPr>
        <a:xfrm>
          <a:off x="0" y="0"/>
          <a:ext cx="0" cy="0"/>
          <a:chOff x="0" y="0"/>
          <a:chExt cx="0" cy="0"/>
        </a:xfrm>
      </p:grpSpPr>
      <p:grpSp>
        <p:nvGrpSpPr>
          <p:cNvPr id="83" name="Google Shape;83;p24"/>
          <p:cNvGrpSpPr/>
          <p:nvPr/>
        </p:nvGrpSpPr>
        <p:grpSpPr>
          <a:xfrm>
            <a:off x="0" y="379800"/>
            <a:ext cx="1946160" cy="553320"/>
            <a:chOff x="0" y="379800"/>
            <a:chExt cx="1946160" cy="553320"/>
          </a:xfrm>
        </p:grpSpPr>
        <p:sp>
          <p:nvSpPr>
            <p:cNvPr id="84" name="Google Shape;84;p24"/>
            <p:cNvSpPr/>
            <p:nvPr/>
          </p:nvSpPr>
          <p:spPr>
            <a:xfrm>
              <a:off x="0" y="379800"/>
              <a:ext cx="1946160" cy="553320"/>
            </a:xfrm>
            <a:prstGeom prst="homePlate">
              <a:avLst>
                <a:gd name="adj" fmla="val 23896"/>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4"/>
            <p:cNvSpPr/>
            <p:nvPr/>
          </p:nvSpPr>
          <p:spPr>
            <a:xfrm>
              <a:off x="0" y="656640"/>
              <a:ext cx="1946160" cy="276480"/>
            </a:xfrm>
            <a:custGeom>
              <a:avLst/>
              <a:gdLst/>
              <a:ahLst/>
              <a:cxnLst/>
              <a:rect l="l" t="t" r="r" b="b"/>
              <a:pathLst>
                <a:path w="3686629" h="714829" extrusionOk="0">
                  <a:moveTo>
                    <a:pt x="0" y="0"/>
                  </a:moveTo>
                  <a:lnTo>
                    <a:pt x="3686629" y="0"/>
                  </a:lnTo>
                  <a:lnTo>
                    <a:pt x="3435202" y="714829"/>
                  </a:lnTo>
                  <a:lnTo>
                    <a:pt x="0" y="714829"/>
                  </a:lnTo>
                  <a:lnTo>
                    <a:pt x="0" y="0"/>
                  </a:lnTo>
                  <a:close/>
                </a:path>
              </a:pathLst>
            </a:custGeom>
            <a:solidFill>
              <a:srgbClr val="C21227"/>
            </a:solidFill>
            <a:ln>
              <a:noFill/>
            </a:ln>
          </p:spPr>
        </p:sp>
        <p:sp>
          <p:nvSpPr>
            <p:cNvPr id="86" name="Google Shape;86;p24"/>
            <p:cNvSpPr/>
            <p:nvPr/>
          </p:nvSpPr>
          <p:spPr>
            <a:xfrm>
              <a:off x="1362960" y="432000"/>
              <a:ext cx="521280" cy="449280"/>
            </a:xfrm>
            <a:prstGeom prst="hexagon">
              <a:avLst>
                <a:gd name="adj" fmla="val 25000"/>
                <a:gd name="vf" fmla="val 11547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4"/>
            <p:cNvSpPr/>
            <p:nvPr/>
          </p:nvSpPr>
          <p:spPr>
            <a:xfrm>
              <a:off x="1499040" y="542520"/>
              <a:ext cx="248760" cy="229320"/>
            </a:xfrm>
            <a:custGeom>
              <a:avLst/>
              <a:gdLst/>
              <a:ahLst/>
              <a:cxnLst/>
              <a:rect l="l" t="t" r="r" b="b"/>
              <a:pathLst>
                <a:path w="578320" h="533197" extrusionOk="0">
                  <a:moveTo>
                    <a:pt x="469488" y="312166"/>
                  </a:moveTo>
                  <a:cubicBezTo>
                    <a:pt x="499002" y="312166"/>
                    <a:pt x="523904" y="335190"/>
                    <a:pt x="523904" y="363740"/>
                  </a:cubicBezTo>
                  <a:lnTo>
                    <a:pt x="523904" y="376634"/>
                  </a:lnTo>
                  <a:cubicBezTo>
                    <a:pt x="523904" y="376634"/>
                    <a:pt x="529438" y="381238"/>
                    <a:pt x="527594" y="391369"/>
                  </a:cubicBezTo>
                  <a:cubicBezTo>
                    <a:pt x="526671" y="404262"/>
                    <a:pt x="512837" y="411630"/>
                    <a:pt x="512837" y="411630"/>
                  </a:cubicBezTo>
                  <a:cubicBezTo>
                    <a:pt x="512837" y="411630"/>
                    <a:pt x="509147" y="430970"/>
                    <a:pt x="498080" y="440180"/>
                  </a:cubicBezTo>
                  <a:cubicBezTo>
                    <a:pt x="494391" y="467809"/>
                    <a:pt x="513759" y="470572"/>
                    <a:pt x="529438" y="475176"/>
                  </a:cubicBezTo>
                  <a:cubicBezTo>
                    <a:pt x="555263" y="483465"/>
                    <a:pt x="578320" y="485307"/>
                    <a:pt x="578320" y="518462"/>
                  </a:cubicBezTo>
                  <a:cubicBezTo>
                    <a:pt x="578320" y="525829"/>
                    <a:pt x="543273" y="532276"/>
                    <a:pt x="485168" y="533197"/>
                  </a:cubicBezTo>
                  <a:lnTo>
                    <a:pt x="477789" y="486228"/>
                  </a:lnTo>
                  <a:lnTo>
                    <a:pt x="481478" y="479781"/>
                  </a:lnTo>
                  <a:cubicBezTo>
                    <a:pt x="481478" y="478860"/>
                    <a:pt x="481478" y="477939"/>
                    <a:pt x="480556" y="477939"/>
                  </a:cubicBezTo>
                  <a:lnTo>
                    <a:pt x="471333" y="466888"/>
                  </a:lnTo>
                  <a:cubicBezTo>
                    <a:pt x="470411" y="465967"/>
                    <a:pt x="468566" y="465967"/>
                    <a:pt x="467644" y="466888"/>
                  </a:cubicBezTo>
                  <a:lnTo>
                    <a:pt x="458421" y="477939"/>
                  </a:lnTo>
                  <a:cubicBezTo>
                    <a:pt x="457499" y="477939"/>
                    <a:pt x="457499" y="478860"/>
                    <a:pt x="458421" y="479781"/>
                  </a:cubicBezTo>
                  <a:lnTo>
                    <a:pt x="462110" y="486228"/>
                  </a:lnTo>
                  <a:lnTo>
                    <a:pt x="454732" y="533197"/>
                  </a:lnTo>
                  <a:cubicBezTo>
                    <a:pt x="396627" y="532276"/>
                    <a:pt x="361579" y="525829"/>
                    <a:pt x="361579" y="518462"/>
                  </a:cubicBezTo>
                  <a:cubicBezTo>
                    <a:pt x="361579" y="485307"/>
                    <a:pt x="384637" y="483465"/>
                    <a:pt x="409539" y="475176"/>
                  </a:cubicBezTo>
                  <a:cubicBezTo>
                    <a:pt x="425218" y="470572"/>
                    <a:pt x="444586" y="466888"/>
                    <a:pt x="440897" y="440180"/>
                  </a:cubicBezTo>
                  <a:cubicBezTo>
                    <a:pt x="430752" y="430970"/>
                    <a:pt x="427063" y="411630"/>
                    <a:pt x="427063" y="411630"/>
                  </a:cubicBezTo>
                  <a:cubicBezTo>
                    <a:pt x="427063" y="411630"/>
                    <a:pt x="413228" y="404262"/>
                    <a:pt x="411383" y="391369"/>
                  </a:cubicBezTo>
                  <a:cubicBezTo>
                    <a:pt x="410461" y="381238"/>
                    <a:pt x="415995" y="376634"/>
                    <a:pt x="415995" y="376634"/>
                  </a:cubicBezTo>
                  <a:lnTo>
                    <a:pt x="415995" y="363740"/>
                  </a:lnTo>
                  <a:cubicBezTo>
                    <a:pt x="415995" y="335190"/>
                    <a:pt x="439975" y="312166"/>
                    <a:pt x="469488" y="312166"/>
                  </a:cubicBezTo>
                  <a:close/>
                  <a:moveTo>
                    <a:pt x="107909" y="312166"/>
                  </a:moveTo>
                  <a:cubicBezTo>
                    <a:pt x="138345" y="312166"/>
                    <a:pt x="162325" y="335190"/>
                    <a:pt x="162325" y="363740"/>
                  </a:cubicBezTo>
                  <a:lnTo>
                    <a:pt x="162325" y="376634"/>
                  </a:lnTo>
                  <a:cubicBezTo>
                    <a:pt x="162325" y="376634"/>
                    <a:pt x="167859" y="381238"/>
                    <a:pt x="166937" y="391369"/>
                  </a:cubicBezTo>
                  <a:cubicBezTo>
                    <a:pt x="165092" y="404262"/>
                    <a:pt x="151257" y="411630"/>
                    <a:pt x="151257" y="411630"/>
                  </a:cubicBezTo>
                  <a:cubicBezTo>
                    <a:pt x="151257" y="411630"/>
                    <a:pt x="147568" y="430970"/>
                    <a:pt x="137423" y="440180"/>
                  </a:cubicBezTo>
                  <a:cubicBezTo>
                    <a:pt x="132811" y="467809"/>
                    <a:pt x="152180" y="470572"/>
                    <a:pt x="167859" y="475176"/>
                  </a:cubicBezTo>
                  <a:cubicBezTo>
                    <a:pt x="193684" y="483465"/>
                    <a:pt x="216741" y="485307"/>
                    <a:pt x="216741" y="518462"/>
                  </a:cubicBezTo>
                  <a:cubicBezTo>
                    <a:pt x="216741" y="525829"/>
                    <a:pt x="181693" y="532276"/>
                    <a:pt x="123588" y="533197"/>
                  </a:cubicBezTo>
                  <a:lnTo>
                    <a:pt x="116210" y="486228"/>
                  </a:lnTo>
                  <a:lnTo>
                    <a:pt x="119899" y="479781"/>
                  </a:lnTo>
                  <a:cubicBezTo>
                    <a:pt x="120821" y="478860"/>
                    <a:pt x="119899" y="477939"/>
                    <a:pt x="119899" y="477939"/>
                  </a:cubicBezTo>
                  <a:lnTo>
                    <a:pt x="109754" y="466888"/>
                  </a:lnTo>
                  <a:cubicBezTo>
                    <a:pt x="108832" y="465967"/>
                    <a:pt x="107909" y="465967"/>
                    <a:pt x="106987" y="466888"/>
                  </a:cubicBezTo>
                  <a:lnTo>
                    <a:pt x="96842" y="477939"/>
                  </a:lnTo>
                  <a:cubicBezTo>
                    <a:pt x="96842" y="477939"/>
                    <a:pt x="95919" y="478860"/>
                    <a:pt x="96842" y="479781"/>
                  </a:cubicBezTo>
                  <a:lnTo>
                    <a:pt x="100531" y="486228"/>
                  </a:lnTo>
                  <a:lnTo>
                    <a:pt x="93152" y="533197"/>
                  </a:lnTo>
                  <a:cubicBezTo>
                    <a:pt x="35047" y="532276"/>
                    <a:pt x="0" y="525829"/>
                    <a:pt x="0" y="518462"/>
                  </a:cubicBezTo>
                  <a:cubicBezTo>
                    <a:pt x="0" y="485307"/>
                    <a:pt x="23057" y="483465"/>
                    <a:pt x="48882" y="475176"/>
                  </a:cubicBezTo>
                  <a:cubicBezTo>
                    <a:pt x="64561" y="470572"/>
                    <a:pt x="83929" y="466888"/>
                    <a:pt x="79318" y="440180"/>
                  </a:cubicBezTo>
                  <a:cubicBezTo>
                    <a:pt x="69173" y="430970"/>
                    <a:pt x="65483" y="411630"/>
                    <a:pt x="65483" y="411630"/>
                  </a:cubicBezTo>
                  <a:cubicBezTo>
                    <a:pt x="65483" y="411630"/>
                    <a:pt x="51649" y="404262"/>
                    <a:pt x="49804" y="391369"/>
                  </a:cubicBezTo>
                  <a:cubicBezTo>
                    <a:pt x="48882" y="381238"/>
                    <a:pt x="54416" y="376634"/>
                    <a:pt x="54416" y="376634"/>
                  </a:cubicBezTo>
                  <a:lnTo>
                    <a:pt x="54416" y="363740"/>
                  </a:lnTo>
                  <a:cubicBezTo>
                    <a:pt x="54416" y="335190"/>
                    <a:pt x="78396" y="312166"/>
                    <a:pt x="107909" y="312166"/>
                  </a:cubicBezTo>
                  <a:close/>
                  <a:moveTo>
                    <a:pt x="288717" y="237601"/>
                  </a:moveTo>
                  <a:cubicBezTo>
                    <a:pt x="297024" y="237601"/>
                    <a:pt x="303485" y="244048"/>
                    <a:pt x="303485" y="252338"/>
                  </a:cubicBezTo>
                  <a:lnTo>
                    <a:pt x="303485" y="331547"/>
                  </a:lnTo>
                  <a:lnTo>
                    <a:pt x="384708" y="398782"/>
                  </a:lnTo>
                  <a:cubicBezTo>
                    <a:pt x="390246" y="403387"/>
                    <a:pt x="391169" y="412598"/>
                    <a:pt x="386554" y="419045"/>
                  </a:cubicBezTo>
                  <a:cubicBezTo>
                    <a:pt x="383785" y="421808"/>
                    <a:pt x="379170" y="423650"/>
                    <a:pt x="375478" y="423650"/>
                  </a:cubicBezTo>
                  <a:cubicBezTo>
                    <a:pt x="371786" y="423650"/>
                    <a:pt x="369017" y="422729"/>
                    <a:pt x="366248" y="420887"/>
                  </a:cubicBezTo>
                  <a:lnTo>
                    <a:pt x="288717" y="356415"/>
                  </a:lnTo>
                  <a:lnTo>
                    <a:pt x="212108" y="420887"/>
                  </a:lnTo>
                  <a:cubicBezTo>
                    <a:pt x="205647" y="425492"/>
                    <a:pt x="196417" y="424571"/>
                    <a:pt x="191802" y="419045"/>
                  </a:cubicBezTo>
                  <a:cubicBezTo>
                    <a:pt x="186264" y="412598"/>
                    <a:pt x="187187" y="403387"/>
                    <a:pt x="193648" y="398782"/>
                  </a:cubicBezTo>
                  <a:lnTo>
                    <a:pt x="274872" y="331547"/>
                  </a:lnTo>
                  <a:lnTo>
                    <a:pt x="274872" y="252338"/>
                  </a:lnTo>
                  <a:cubicBezTo>
                    <a:pt x="274872" y="244048"/>
                    <a:pt x="281333" y="237601"/>
                    <a:pt x="288717" y="237601"/>
                  </a:cubicBezTo>
                  <a:close/>
                  <a:moveTo>
                    <a:pt x="288699" y="0"/>
                  </a:moveTo>
                  <a:cubicBezTo>
                    <a:pt x="318213" y="0"/>
                    <a:pt x="343115" y="22103"/>
                    <a:pt x="343115" y="50653"/>
                  </a:cubicBezTo>
                  <a:lnTo>
                    <a:pt x="343115" y="63546"/>
                  </a:lnTo>
                  <a:cubicBezTo>
                    <a:pt x="343115" y="63546"/>
                    <a:pt x="348649" y="68151"/>
                    <a:pt x="346805" y="78282"/>
                  </a:cubicBezTo>
                  <a:cubicBezTo>
                    <a:pt x="345882" y="92096"/>
                    <a:pt x="332048" y="98543"/>
                    <a:pt x="332048" y="98543"/>
                  </a:cubicBezTo>
                  <a:cubicBezTo>
                    <a:pt x="332048" y="98543"/>
                    <a:pt x="328358" y="117883"/>
                    <a:pt x="318213" y="127093"/>
                  </a:cubicBezTo>
                  <a:cubicBezTo>
                    <a:pt x="313602" y="154722"/>
                    <a:pt x="332970" y="157484"/>
                    <a:pt x="348649" y="163010"/>
                  </a:cubicBezTo>
                  <a:cubicBezTo>
                    <a:pt x="374474" y="171299"/>
                    <a:pt x="397531" y="172220"/>
                    <a:pt x="397531" y="206295"/>
                  </a:cubicBezTo>
                  <a:cubicBezTo>
                    <a:pt x="397531" y="212742"/>
                    <a:pt x="362484" y="219189"/>
                    <a:pt x="304379" y="220110"/>
                  </a:cubicBezTo>
                  <a:lnTo>
                    <a:pt x="297000" y="173141"/>
                  </a:lnTo>
                  <a:lnTo>
                    <a:pt x="300689" y="167615"/>
                  </a:lnTo>
                  <a:cubicBezTo>
                    <a:pt x="300689" y="166694"/>
                    <a:pt x="300689" y="165773"/>
                    <a:pt x="300689" y="164852"/>
                  </a:cubicBezTo>
                  <a:lnTo>
                    <a:pt x="290544" y="154722"/>
                  </a:lnTo>
                  <a:cubicBezTo>
                    <a:pt x="289622" y="153801"/>
                    <a:pt x="287777" y="153801"/>
                    <a:pt x="287777" y="154722"/>
                  </a:cubicBezTo>
                  <a:lnTo>
                    <a:pt x="277632" y="164852"/>
                  </a:lnTo>
                  <a:cubicBezTo>
                    <a:pt x="276710" y="165773"/>
                    <a:pt x="276710" y="166694"/>
                    <a:pt x="277632" y="167615"/>
                  </a:cubicBezTo>
                  <a:lnTo>
                    <a:pt x="281321" y="173141"/>
                  </a:lnTo>
                  <a:lnTo>
                    <a:pt x="273943" y="221031"/>
                  </a:lnTo>
                  <a:cubicBezTo>
                    <a:pt x="215838" y="219189"/>
                    <a:pt x="180790" y="212742"/>
                    <a:pt x="180790" y="206295"/>
                  </a:cubicBezTo>
                  <a:cubicBezTo>
                    <a:pt x="180790" y="172220"/>
                    <a:pt x="203848" y="171299"/>
                    <a:pt x="228750" y="163010"/>
                  </a:cubicBezTo>
                  <a:cubicBezTo>
                    <a:pt x="244429" y="157484"/>
                    <a:pt x="264720" y="154722"/>
                    <a:pt x="260108" y="127093"/>
                  </a:cubicBezTo>
                  <a:cubicBezTo>
                    <a:pt x="249963" y="117883"/>
                    <a:pt x="246274" y="98543"/>
                    <a:pt x="246274" y="98543"/>
                  </a:cubicBezTo>
                  <a:cubicBezTo>
                    <a:pt x="246274" y="98543"/>
                    <a:pt x="232439" y="92096"/>
                    <a:pt x="230594" y="78282"/>
                  </a:cubicBezTo>
                  <a:cubicBezTo>
                    <a:pt x="229672" y="68151"/>
                    <a:pt x="235206" y="63546"/>
                    <a:pt x="235206" y="63546"/>
                  </a:cubicBezTo>
                  <a:lnTo>
                    <a:pt x="235206" y="50653"/>
                  </a:lnTo>
                  <a:cubicBezTo>
                    <a:pt x="235206" y="22103"/>
                    <a:pt x="259186" y="0"/>
                    <a:pt x="2886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 name="Google Shape;88;p24"/>
          <p:cNvGrpSpPr/>
          <p:nvPr/>
        </p:nvGrpSpPr>
        <p:grpSpPr>
          <a:xfrm>
            <a:off x="0" y="379440"/>
            <a:ext cx="1123200" cy="553680"/>
            <a:chOff x="0" y="379440"/>
            <a:chExt cx="1123200" cy="553680"/>
          </a:xfrm>
        </p:grpSpPr>
        <p:grpSp>
          <p:nvGrpSpPr>
            <p:cNvPr id="89" name="Google Shape;89;p24"/>
            <p:cNvGrpSpPr/>
            <p:nvPr/>
          </p:nvGrpSpPr>
          <p:grpSpPr>
            <a:xfrm>
              <a:off x="0" y="379440"/>
              <a:ext cx="481320" cy="553680"/>
              <a:chOff x="0" y="379440"/>
              <a:chExt cx="481320" cy="553680"/>
            </a:xfrm>
          </p:grpSpPr>
          <p:sp>
            <p:nvSpPr>
              <p:cNvPr id="90" name="Google Shape;90;p24"/>
              <p:cNvSpPr/>
              <p:nvPr/>
            </p:nvSpPr>
            <p:spPr>
              <a:xfrm rot="10800000" flipH="1">
                <a:off x="360" y="379440"/>
                <a:ext cx="320760" cy="276480"/>
              </a:xfrm>
              <a:prstGeom prst="triangle">
                <a:avLst>
                  <a:gd name="adj" fmla="val 50000"/>
                </a:avLst>
              </a:prstGeom>
              <a:solidFill>
                <a:srgbClr val="EB19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4"/>
              <p:cNvSpPr/>
              <p:nvPr/>
            </p:nvSpPr>
            <p:spPr>
              <a:xfrm>
                <a:off x="160560" y="379800"/>
                <a:ext cx="320760" cy="276480"/>
              </a:xfrm>
              <a:prstGeom prst="triangle">
                <a:avLst>
                  <a:gd name="adj" fmla="val 50000"/>
                </a:avLst>
              </a:prstGeom>
              <a:solidFill>
                <a:srgbClr val="C21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4"/>
              <p:cNvSpPr/>
              <p:nvPr/>
            </p:nvSpPr>
            <p:spPr>
              <a:xfrm rot="10800000" flipH="1">
                <a:off x="160560" y="656280"/>
                <a:ext cx="320760" cy="276480"/>
              </a:xfrm>
              <a:prstGeom prst="triangle">
                <a:avLst>
                  <a:gd name="adj" fmla="val 50000"/>
                </a:avLst>
              </a:prstGeom>
              <a:solidFill>
                <a:srgbClr val="ED37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4"/>
              <p:cNvSpPr/>
              <p:nvPr/>
            </p:nvSpPr>
            <p:spPr>
              <a:xfrm>
                <a:off x="0" y="656640"/>
                <a:ext cx="320760" cy="276480"/>
              </a:xfrm>
              <a:prstGeom prst="triangle">
                <a:avLst>
                  <a:gd name="adj" fmla="val 50000"/>
                </a:avLst>
              </a:prstGeom>
              <a:solidFill>
                <a:srgbClr val="8800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 name="Google Shape;94;p24"/>
            <p:cNvSpPr/>
            <p:nvPr/>
          </p:nvSpPr>
          <p:spPr>
            <a:xfrm rot="10800000" flipH="1">
              <a:off x="321120" y="379440"/>
              <a:ext cx="320760" cy="276480"/>
            </a:xfrm>
            <a:prstGeom prst="triangle">
              <a:avLst>
                <a:gd name="adj" fmla="val 50000"/>
              </a:avLst>
            </a:prstGeom>
            <a:solidFill>
              <a:srgbClr val="EB19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4"/>
            <p:cNvSpPr/>
            <p:nvPr/>
          </p:nvSpPr>
          <p:spPr>
            <a:xfrm>
              <a:off x="481680" y="379800"/>
              <a:ext cx="320760" cy="276480"/>
            </a:xfrm>
            <a:prstGeom prst="triangle">
              <a:avLst>
                <a:gd name="adj" fmla="val 50000"/>
              </a:avLst>
            </a:prstGeom>
            <a:solidFill>
              <a:srgbClr val="C21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4"/>
            <p:cNvSpPr/>
            <p:nvPr/>
          </p:nvSpPr>
          <p:spPr>
            <a:xfrm rot="10800000" flipH="1">
              <a:off x="481680" y="656280"/>
              <a:ext cx="320760" cy="276480"/>
            </a:xfrm>
            <a:prstGeom prst="triangle">
              <a:avLst>
                <a:gd name="adj" fmla="val 50000"/>
              </a:avLst>
            </a:prstGeom>
            <a:solidFill>
              <a:srgbClr val="ED37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4"/>
            <p:cNvSpPr/>
            <p:nvPr/>
          </p:nvSpPr>
          <p:spPr>
            <a:xfrm>
              <a:off x="320760" y="656640"/>
              <a:ext cx="320760" cy="276480"/>
            </a:xfrm>
            <a:prstGeom prst="triangle">
              <a:avLst>
                <a:gd name="adj" fmla="val 50000"/>
              </a:avLst>
            </a:prstGeom>
            <a:solidFill>
              <a:srgbClr val="8800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4"/>
            <p:cNvSpPr/>
            <p:nvPr/>
          </p:nvSpPr>
          <p:spPr>
            <a:xfrm rot="10800000" flipH="1">
              <a:off x="642240" y="379440"/>
              <a:ext cx="320760" cy="276480"/>
            </a:xfrm>
            <a:prstGeom prst="triangle">
              <a:avLst>
                <a:gd name="adj" fmla="val 50000"/>
              </a:avLst>
            </a:prstGeom>
            <a:solidFill>
              <a:srgbClr val="EB19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4"/>
            <p:cNvSpPr/>
            <p:nvPr/>
          </p:nvSpPr>
          <p:spPr>
            <a:xfrm>
              <a:off x="802440" y="379800"/>
              <a:ext cx="320760" cy="276480"/>
            </a:xfrm>
            <a:prstGeom prst="triangle">
              <a:avLst>
                <a:gd name="adj" fmla="val 50000"/>
              </a:avLst>
            </a:prstGeom>
            <a:solidFill>
              <a:srgbClr val="C21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4"/>
            <p:cNvSpPr/>
            <p:nvPr/>
          </p:nvSpPr>
          <p:spPr>
            <a:xfrm rot="10800000" flipH="1">
              <a:off x="802440" y="656280"/>
              <a:ext cx="320760" cy="276480"/>
            </a:xfrm>
            <a:prstGeom prst="triangle">
              <a:avLst>
                <a:gd name="adj" fmla="val 50000"/>
              </a:avLst>
            </a:prstGeom>
            <a:solidFill>
              <a:srgbClr val="ED37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4"/>
            <p:cNvSpPr/>
            <p:nvPr/>
          </p:nvSpPr>
          <p:spPr>
            <a:xfrm>
              <a:off x="641880" y="656640"/>
              <a:ext cx="320760" cy="276480"/>
            </a:xfrm>
            <a:prstGeom prst="triangle">
              <a:avLst>
                <a:gd name="adj" fmla="val 50000"/>
              </a:avLst>
            </a:prstGeom>
            <a:solidFill>
              <a:srgbClr val="8800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 name="Google Shape;102;p24"/>
          <p:cNvGrpSpPr/>
          <p:nvPr/>
        </p:nvGrpSpPr>
        <p:grpSpPr>
          <a:xfrm>
            <a:off x="0" y="6706080"/>
            <a:ext cx="12191760" cy="150120"/>
            <a:chOff x="0" y="6706080"/>
            <a:chExt cx="12191760" cy="150120"/>
          </a:xfrm>
        </p:grpSpPr>
        <p:sp>
          <p:nvSpPr>
            <p:cNvPr id="103" name="Google Shape;103;p24"/>
            <p:cNvSpPr/>
            <p:nvPr/>
          </p:nvSpPr>
          <p:spPr>
            <a:xfrm>
              <a:off x="0" y="6706080"/>
              <a:ext cx="12191760" cy="15012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4"/>
            <p:cNvSpPr/>
            <p:nvPr/>
          </p:nvSpPr>
          <p:spPr>
            <a:xfrm>
              <a:off x="0" y="6780960"/>
              <a:ext cx="12191760" cy="74880"/>
            </a:xfrm>
            <a:prstGeom prst="rect">
              <a:avLst/>
            </a:prstGeom>
            <a:solidFill>
              <a:srgbClr val="C21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5" name="Google Shape;105;p24"/>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sz="18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6" name="Google Shape;106;p24"/>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sz="1800"/>
            </a:lvl1pPr>
            <a:lvl2pPr marL="914400" lvl="1" indent="-228600">
              <a:spcBef>
                <a:spcPts val="0"/>
              </a:spcBef>
              <a:spcAft>
                <a:spcPts val="0"/>
              </a:spcAft>
              <a:buSzPts val="1400"/>
              <a:buNone/>
              <a:defRPr sz="1800"/>
            </a:lvl2pPr>
            <a:lvl3pPr marL="1371600" lvl="2" indent="-228600">
              <a:spcBef>
                <a:spcPts val="0"/>
              </a:spcBef>
              <a:spcAft>
                <a:spcPts val="0"/>
              </a:spcAft>
              <a:buSzPts val="1400"/>
              <a:buNone/>
              <a:defRPr sz="1800"/>
            </a:lvl3pPr>
            <a:lvl4pPr marL="1828800" lvl="3" indent="-228600">
              <a:spcBef>
                <a:spcPts val="0"/>
              </a:spcBef>
              <a:spcAft>
                <a:spcPts val="0"/>
              </a:spcAft>
              <a:buSzPts val="1400"/>
              <a:buNone/>
              <a:defRPr sz="1800"/>
            </a:lvl4pPr>
            <a:lvl5pPr marL="2286000" lvl="4" indent="-228600">
              <a:spcBef>
                <a:spcPts val="0"/>
              </a:spcBef>
              <a:spcAft>
                <a:spcPts val="0"/>
              </a:spcAft>
              <a:buSzPts val="1400"/>
              <a:buNone/>
              <a:defRPr sz="1800"/>
            </a:lvl5pPr>
            <a:lvl6pPr marL="2743200" lvl="5" indent="-228600">
              <a:spcBef>
                <a:spcPts val="0"/>
              </a:spcBef>
              <a:spcAft>
                <a:spcPts val="0"/>
              </a:spcAft>
              <a:buSzPts val="1400"/>
              <a:buNone/>
              <a:defRPr sz="1800"/>
            </a:lvl6pPr>
            <a:lvl7pPr marL="3200400" lvl="6" indent="-228600">
              <a:spcBef>
                <a:spcPts val="0"/>
              </a:spcBef>
              <a:spcAft>
                <a:spcPts val="0"/>
              </a:spcAft>
              <a:buSzPts val="1400"/>
              <a:buNone/>
              <a:defRPr sz="1800"/>
            </a:lvl7pPr>
            <a:lvl8pPr marL="3657600" lvl="7" indent="-228600">
              <a:spcBef>
                <a:spcPts val="0"/>
              </a:spcBef>
              <a:spcAft>
                <a:spcPts val="0"/>
              </a:spcAft>
              <a:buSzPts val="1400"/>
              <a:buNone/>
              <a:defRPr sz="1800"/>
            </a:lvl8pPr>
            <a:lvl9pPr marL="4114800" lvl="8" indent="-228600">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5"/>
        <p:cNvGrpSpPr/>
        <p:nvPr/>
      </p:nvGrpSpPr>
      <p:grpSpPr>
        <a:xfrm>
          <a:off x="0" y="0"/>
          <a:ext cx="0" cy="0"/>
          <a:chOff x="0" y="0"/>
          <a:chExt cx="0" cy="0"/>
        </a:xfrm>
      </p:grpSpPr>
      <p:sp>
        <p:nvSpPr>
          <p:cNvPr id="156" name="Google Shape;156;p26"/>
          <p:cNvSpPr/>
          <p:nvPr/>
        </p:nvSpPr>
        <p:spPr>
          <a:xfrm>
            <a:off x="4317840" y="2971800"/>
            <a:ext cx="3555720" cy="22752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300" b="0" strike="noStrike">
                <a:solidFill>
                  <a:srgbClr val="FFFFFF"/>
                </a:solidFill>
                <a:latin typeface="Microsoft Yahei"/>
                <a:ea typeface="Microsoft Yahei"/>
                <a:cs typeface="Microsoft Yahei"/>
                <a:sym typeface="Microsoft Yahei"/>
              </a:rPr>
              <a:t>感谢您下载包图网平台上提供的PPT作品，为了您和包图网以及原创作者的利益，请勿复制、传播、销售，否则将承担法律责任！包图网将对作品进行维权，按照传播下载次数进行十倍的索取赔偿！</a:t>
            </a:r>
            <a:endParaRPr sz="300" b="0" strike="noStrik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600" b="0" strike="noStrike">
                <a:solidFill>
                  <a:srgbClr val="FFFFFF"/>
                </a:solidFill>
                <a:latin typeface="Microsoft Yahei"/>
                <a:ea typeface="Microsoft Yahei"/>
                <a:cs typeface="Microsoft Yahei"/>
                <a:sym typeface="Microsoft Yahei"/>
              </a:rPr>
              <a:t>ibaotu.com</a:t>
            </a:r>
            <a:endParaRPr sz="600" b="0" strike="noStrike">
              <a:solidFill>
                <a:schemeClr val="dk1"/>
              </a:solidFill>
              <a:latin typeface="Arial"/>
              <a:ea typeface="Arial"/>
              <a:cs typeface="Arial"/>
              <a:sym typeface="Arial"/>
            </a:endParaRPr>
          </a:p>
        </p:txBody>
      </p:sp>
      <p:grpSp>
        <p:nvGrpSpPr>
          <p:cNvPr id="157" name="Google Shape;157;p26"/>
          <p:cNvGrpSpPr/>
          <p:nvPr/>
        </p:nvGrpSpPr>
        <p:grpSpPr>
          <a:xfrm>
            <a:off x="0" y="379800"/>
            <a:ext cx="1946160" cy="553320"/>
            <a:chOff x="0" y="379800"/>
            <a:chExt cx="1946160" cy="553320"/>
          </a:xfrm>
        </p:grpSpPr>
        <p:sp>
          <p:nvSpPr>
            <p:cNvPr id="158" name="Google Shape;158;p26"/>
            <p:cNvSpPr/>
            <p:nvPr/>
          </p:nvSpPr>
          <p:spPr>
            <a:xfrm>
              <a:off x="0" y="379800"/>
              <a:ext cx="1946160" cy="553320"/>
            </a:xfrm>
            <a:prstGeom prst="homePlate">
              <a:avLst>
                <a:gd name="adj" fmla="val 23896"/>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6"/>
            <p:cNvSpPr/>
            <p:nvPr/>
          </p:nvSpPr>
          <p:spPr>
            <a:xfrm>
              <a:off x="0" y="656640"/>
              <a:ext cx="1946160" cy="276480"/>
            </a:xfrm>
            <a:custGeom>
              <a:avLst/>
              <a:gdLst/>
              <a:ahLst/>
              <a:cxnLst/>
              <a:rect l="l" t="t" r="r" b="b"/>
              <a:pathLst>
                <a:path w="3686629" h="714829" extrusionOk="0">
                  <a:moveTo>
                    <a:pt x="0" y="0"/>
                  </a:moveTo>
                  <a:lnTo>
                    <a:pt x="3686629" y="0"/>
                  </a:lnTo>
                  <a:lnTo>
                    <a:pt x="3435202" y="714829"/>
                  </a:lnTo>
                  <a:lnTo>
                    <a:pt x="0" y="714829"/>
                  </a:lnTo>
                  <a:lnTo>
                    <a:pt x="0" y="0"/>
                  </a:lnTo>
                  <a:close/>
                </a:path>
              </a:pathLst>
            </a:custGeom>
            <a:solidFill>
              <a:srgbClr val="C21227"/>
            </a:solidFill>
            <a:ln>
              <a:noFill/>
            </a:ln>
          </p:spPr>
        </p:sp>
        <p:sp>
          <p:nvSpPr>
            <p:cNvPr id="160" name="Google Shape;160;p26"/>
            <p:cNvSpPr/>
            <p:nvPr/>
          </p:nvSpPr>
          <p:spPr>
            <a:xfrm>
              <a:off x="1362960" y="432000"/>
              <a:ext cx="521280" cy="449280"/>
            </a:xfrm>
            <a:prstGeom prst="hexagon">
              <a:avLst>
                <a:gd name="adj" fmla="val 25000"/>
                <a:gd name="vf" fmla="val 11547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6"/>
            <p:cNvSpPr/>
            <p:nvPr/>
          </p:nvSpPr>
          <p:spPr>
            <a:xfrm>
              <a:off x="1499040" y="542520"/>
              <a:ext cx="248760" cy="229320"/>
            </a:xfrm>
            <a:custGeom>
              <a:avLst/>
              <a:gdLst/>
              <a:ahLst/>
              <a:cxnLst/>
              <a:rect l="l" t="t" r="r" b="b"/>
              <a:pathLst>
                <a:path w="578320" h="533197" extrusionOk="0">
                  <a:moveTo>
                    <a:pt x="469488" y="312166"/>
                  </a:moveTo>
                  <a:cubicBezTo>
                    <a:pt x="499002" y="312166"/>
                    <a:pt x="523904" y="335190"/>
                    <a:pt x="523904" y="363740"/>
                  </a:cubicBezTo>
                  <a:lnTo>
                    <a:pt x="523904" y="376634"/>
                  </a:lnTo>
                  <a:cubicBezTo>
                    <a:pt x="523904" y="376634"/>
                    <a:pt x="529438" y="381238"/>
                    <a:pt x="527594" y="391369"/>
                  </a:cubicBezTo>
                  <a:cubicBezTo>
                    <a:pt x="526671" y="404262"/>
                    <a:pt x="512837" y="411630"/>
                    <a:pt x="512837" y="411630"/>
                  </a:cubicBezTo>
                  <a:cubicBezTo>
                    <a:pt x="512837" y="411630"/>
                    <a:pt x="509147" y="430970"/>
                    <a:pt x="498080" y="440180"/>
                  </a:cubicBezTo>
                  <a:cubicBezTo>
                    <a:pt x="494391" y="467809"/>
                    <a:pt x="513759" y="470572"/>
                    <a:pt x="529438" y="475176"/>
                  </a:cubicBezTo>
                  <a:cubicBezTo>
                    <a:pt x="555263" y="483465"/>
                    <a:pt x="578320" y="485307"/>
                    <a:pt x="578320" y="518462"/>
                  </a:cubicBezTo>
                  <a:cubicBezTo>
                    <a:pt x="578320" y="525829"/>
                    <a:pt x="543273" y="532276"/>
                    <a:pt x="485168" y="533197"/>
                  </a:cubicBezTo>
                  <a:lnTo>
                    <a:pt x="477789" y="486228"/>
                  </a:lnTo>
                  <a:lnTo>
                    <a:pt x="481478" y="479781"/>
                  </a:lnTo>
                  <a:cubicBezTo>
                    <a:pt x="481478" y="478860"/>
                    <a:pt x="481478" y="477939"/>
                    <a:pt x="480556" y="477939"/>
                  </a:cubicBezTo>
                  <a:lnTo>
                    <a:pt x="471333" y="466888"/>
                  </a:lnTo>
                  <a:cubicBezTo>
                    <a:pt x="470411" y="465967"/>
                    <a:pt x="468566" y="465967"/>
                    <a:pt x="467644" y="466888"/>
                  </a:cubicBezTo>
                  <a:lnTo>
                    <a:pt x="458421" y="477939"/>
                  </a:lnTo>
                  <a:cubicBezTo>
                    <a:pt x="457499" y="477939"/>
                    <a:pt x="457499" y="478860"/>
                    <a:pt x="458421" y="479781"/>
                  </a:cubicBezTo>
                  <a:lnTo>
                    <a:pt x="462110" y="486228"/>
                  </a:lnTo>
                  <a:lnTo>
                    <a:pt x="454732" y="533197"/>
                  </a:lnTo>
                  <a:cubicBezTo>
                    <a:pt x="396627" y="532276"/>
                    <a:pt x="361579" y="525829"/>
                    <a:pt x="361579" y="518462"/>
                  </a:cubicBezTo>
                  <a:cubicBezTo>
                    <a:pt x="361579" y="485307"/>
                    <a:pt x="384637" y="483465"/>
                    <a:pt x="409539" y="475176"/>
                  </a:cubicBezTo>
                  <a:cubicBezTo>
                    <a:pt x="425218" y="470572"/>
                    <a:pt x="444586" y="466888"/>
                    <a:pt x="440897" y="440180"/>
                  </a:cubicBezTo>
                  <a:cubicBezTo>
                    <a:pt x="430752" y="430970"/>
                    <a:pt x="427063" y="411630"/>
                    <a:pt x="427063" y="411630"/>
                  </a:cubicBezTo>
                  <a:cubicBezTo>
                    <a:pt x="427063" y="411630"/>
                    <a:pt x="413228" y="404262"/>
                    <a:pt x="411383" y="391369"/>
                  </a:cubicBezTo>
                  <a:cubicBezTo>
                    <a:pt x="410461" y="381238"/>
                    <a:pt x="415995" y="376634"/>
                    <a:pt x="415995" y="376634"/>
                  </a:cubicBezTo>
                  <a:lnTo>
                    <a:pt x="415995" y="363740"/>
                  </a:lnTo>
                  <a:cubicBezTo>
                    <a:pt x="415995" y="335190"/>
                    <a:pt x="439975" y="312166"/>
                    <a:pt x="469488" y="312166"/>
                  </a:cubicBezTo>
                  <a:close/>
                  <a:moveTo>
                    <a:pt x="107909" y="312166"/>
                  </a:moveTo>
                  <a:cubicBezTo>
                    <a:pt x="138345" y="312166"/>
                    <a:pt x="162325" y="335190"/>
                    <a:pt x="162325" y="363740"/>
                  </a:cubicBezTo>
                  <a:lnTo>
                    <a:pt x="162325" y="376634"/>
                  </a:lnTo>
                  <a:cubicBezTo>
                    <a:pt x="162325" y="376634"/>
                    <a:pt x="167859" y="381238"/>
                    <a:pt x="166937" y="391369"/>
                  </a:cubicBezTo>
                  <a:cubicBezTo>
                    <a:pt x="165092" y="404262"/>
                    <a:pt x="151257" y="411630"/>
                    <a:pt x="151257" y="411630"/>
                  </a:cubicBezTo>
                  <a:cubicBezTo>
                    <a:pt x="151257" y="411630"/>
                    <a:pt x="147568" y="430970"/>
                    <a:pt x="137423" y="440180"/>
                  </a:cubicBezTo>
                  <a:cubicBezTo>
                    <a:pt x="132811" y="467809"/>
                    <a:pt x="152180" y="470572"/>
                    <a:pt x="167859" y="475176"/>
                  </a:cubicBezTo>
                  <a:cubicBezTo>
                    <a:pt x="193684" y="483465"/>
                    <a:pt x="216741" y="485307"/>
                    <a:pt x="216741" y="518462"/>
                  </a:cubicBezTo>
                  <a:cubicBezTo>
                    <a:pt x="216741" y="525829"/>
                    <a:pt x="181693" y="532276"/>
                    <a:pt x="123588" y="533197"/>
                  </a:cubicBezTo>
                  <a:lnTo>
                    <a:pt x="116210" y="486228"/>
                  </a:lnTo>
                  <a:lnTo>
                    <a:pt x="119899" y="479781"/>
                  </a:lnTo>
                  <a:cubicBezTo>
                    <a:pt x="120821" y="478860"/>
                    <a:pt x="119899" y="477939"/>
                    <a:pt x="119899" y="477939"/>
                  </a:cubicBezTo>
                  <a:lnTo>
                    <a:pt x="109754" y="466888"/>
                  </a:lnTo>
                  <a:cubicBezTo>
                    <a:pt x="108832" y="465967"/>
                    <a:pt x="107909" y="465967"/>
                    <a:pt x="106987" y="466888"/>
                  </a:cubicBezTo>
                  <a:lnTo>
                    <a:pt x="96842" y="477939"/>
                  </a:lnTo>
                  <a:cubicBezTo>
                    <a:pt x="96842" y="477939"/>
                    <a:pt x="95919" y="478860"/>
                    <a:pt x="96842" y="479781"/>
                  </a:cubicBezTo>
                  <a:lnTo>
                    <a:pt x="100531" y="486228"/>
                  </a:lnTo>
                  <a:lnTo>
                    <a:pt x="93152" y="533197"/>
                  </a:lnTo>
                  <a:cubicBezTo>
                    <a:pt x="35047" y="532276"/>
                    <a:pt x="0" y="525829"/>
                    <a:pt x="0" y="518462"/>
                  </a:cubicBezTo>
                  <a:cubicBezTo>
                    <a:pt x="0" y="485307"/>
                    <a:pt x="23057" y="483465"/>
                    <a:pt x="48882" y="475176"/>
                  </a:cubicBezTo>
                  <a:cubicBezTo>
                    <a:pt x="64561" y="470572"/>
                    <a:pt x="83929" y="466888"/>
                    <a:pt x="79318" y="440180"/>
                  </a:cubicBezTo>
                  <a:cubicBezTo>
                    <a:pt x="69173" y="430970"/>
                    <a:pt x="65483" y="411630"/>
                    <a:pt x="65483" y="411630"/>
                  </a:cubicBezTo>
                  <a:cubicBezTo>
                    <a:pt x="65483" y="411630"/>
                    <a:pt x="51649" y="404262"/>
                    <a:pt x="49804" y="391369"/>
                  </a:cubicBezTo>
                  <a:cubicBezTo>
                    <a:pt x="48882" y="381238"/>
                    <a:pt x="54416" y="376634"/>
                    <a:pt x="54416" y="376634"/>
                  </a:cubicBezTo>
                  <a:lnTo>
                    <a:pt x="54416" y="363740"/>
                  </a:lnTo>
                  <a:cubicBezTo>
                    <a:pt x="54416" y="335190"/>
                    <a:pt x="78396" y="312166"/>
                    <a:pt x="107909" y="312166"/>
                  </a:cubicBezTo>
                  <a:close/>
                  <a:moveTo>
                    <a:pt x="288717" y="237601"/>
                  </a:moveTo>
                  <a:cubicBezTo>
                    <a:pt x="297024" y="237601"/>
                    <a:pt x="303485" y="244048"/>
                    <a:pt x="303485" y="252338"/>
                  </a:cubicBezTo>
                  <a:lnTo>
                    <a:pt x="303485" y="331547"/>
                  </a:lnTo>
                  <a:lnTo>
                    <a:pt x="384708" y="398782"/>
                  </a:lnTo>
                  <a:cubicBezTo>
                    <a:pt x="390246" y="403387"/>
                    <a:pt x="391169" y="412598"/>
                    <a:pt x="386554" y="419045"/>
                  </a:cubicBezTo>
                  <a:cubicBezTo>
                    <a:pt x="383785" y="421808"/>
                    <a:pt x="379170" y="423650"/>
                    <a:pt x="375478" y="423650"/>
                  </a:cubicBezTo>
                  <a:cubicBezTo>
                    <a:pt x="371786" y="423650"/>
                    <a:pt x="369017" y="422729"/>
                    <a:pt x="366248" y="420887"/>
                  </a:cubicBezTo>
                  <a:lnTo>
                    <a:pt x="288717" y="356415"/>
                  </a:lnTo>
                  <a:lnTo>
                    <a:pt x="212108" y="420887"/>
                  </a:lnTo>
                  <a:cubicBezTo>
                    <a:pt x="205647" y="425492"/>
                    <a:pt x="196417" y="424571"/>
                    <a:pt x="191802" y="419045"/>
                  </a:cubicBezTo>
                  <a:cubicBezTo>
                    <a:pt x="186264" y="412598"/>
                    <a:pt x="187187" y="403387"/>
                    <a:pt x="193648" y="398782"/>
                  </a:cubicBezTo>
                  <a:lnTo>
                    <a:pt x="274872" y="331547"/>
                  </a:lnTo>
                  <a:lnTo>
                    <a:pt x="274872" y="252338"/>
                  </a:lnTo>
                  <a:cubicBezTo>
                    <a:pt x="274872" y="244048"/>
                    <a:pt x="281333" y="237601"/>
                    <a:pt x="288717" y="237601"/>
                  </a:cubicBezTo>
                  <a:close/>
                  <a:moveTo>
                    <a:pt x="288699" y="0"/>
                  </a:moveTo>
                  <a:cubicBezTo>
                    <a:pt x="318213" y="0"/>
                    <a:pt x="343115" y="22103"/>
                    <a:pt x="343115" y="50653"/>
                  </a:cubicBezTo>
                  <a:lnTo>
                    <a:pt x="343115" y="63546"/>
                  </a:lnTo>
                  <a:cubicBezTo>
                    <a:pt x="343115" y="63546"/>
                    <a:pt x="348649" y="68151"/>
                    <a:pt x="346805" y="78282"/>
                  </a:cubicBezTo>
                  <a:cubicBezTo>
                    <a:pt x="345882" y="92096"/>
                    <a:pt x="332048" y="98543"/>
                    <a:pt x="332048" y="98543"/>
                  </a:cubicBezTo>
                  <a:cubicBezTo>
                    <a:pt x="332048" y="98543"/>
                    <a:pt x="328358" y="117883"/>
                    <a:pt x="318213" y="127093"/>
                  </a:cubicBezTo>
                  <a:cubicBezTo>
                    <a:pt x="313602" y="154722"/>
                    <a:pt x="332970" y="157484"/>
                    <a:pt x="348649" y="163010"/>
                  </a:cubicBezTo>
                  <a:cubicBezTo>
                    <a:pt x="374474" y="171299"/>
                    <a:pt x="397531" y="172220"/>
                    <a:pt x="397531" y="206295"/>
                  </a:cubicBezTo>
                  <a:cubicBezTo>
                    <a:pt x="397531" y="212742"/>
                    <a:pt x="362484" y="219189"/>
                    <a:pt x="304379" y="220110"/>
                  </a:cubicBezTo>
                  <a:lnTo>
                    <a:pt x="297000" y="173141"/>
                  </a:lnTo>
                  <a:lnTo>
                    <a:pt x="300689" y="167615"/>
                  </a:lnTo>
                  <a:cubicBezTo>
                    <a:pt x="300689" y="166694"/>
                    <a:pt x="300689" y="165773"/>
                    <a:pt x="300689" y="164852"/>
                  </a:cubicBezTo>
                  <a:lnTo>
                    <a:pt x="290544" y="154722"/>
                  </a:lnTo>
                  <a:cubicBezTo>
                    <a:pt x="289622" y="153801"/>
                    <a:pt x="287777" y="153801"/>
                    <a:pt x="287777" y="154722"/>
                  </a:cubicBezTo>
                  <a:lnTo>
                    <a:pt x="277632" y="164852"/>
                  </a:lnTo>
                  <a:cubicBezTo>
                    <a:pt x="276710" y="165773"/>
                    <a:pt x="276710" y="166694"/>
                    <a:pt x="277632" y="167615"/>
                  </a:cubicBezTo>
                  <a:lnTo>
                    <a:pt x="281321" y="173141"/>
                  </a:lnTo>
                  <a:lnTo>
                    <a:pt x="273943" y="221031"/>
                  </a:lnTo>
                  <a:cubicBezTo>
                    <a:pt x="215838" y="219189"/>
                    <a:pt x="180790" y="212742"/>
                    <a:pt x="180790" y="206295"/>
                  </a:cubicBezTo>
                  <a:cubicBezTo>
                    <a:pt x="180790" y="172220"/>
                    <a:pt x="203848" y="171299"/>
                    <a:pt x="228750" y="163010"/>
                  </a:cubicBezTo>
                  <a:cubicBezTo>
                    <a:pt x="244429" y="157484"/>
                    <a:pt x="264720" y="154722"/>
                    <a:pt x="260108" y="127093"/>
                  </a:cubicBezTo>
                  <a:cubicBezTo>
                    <a:pt x="249963" y="117883"/>
                    <a:pt x="246274" y="98543"/>
                    <a:pt x="246274" y="98543"/>
                  </a:cubicBezTo>
                  <a:cubicBezTo>
                    <a:pt x="246274" y="98543"/>
                    <a:pt x="232439" y="92096"/>
                    <a:pt x="230594" y="78282"/>
                  </a:cubicBezTo>
                  <a:cubicBezTo>
                    <a:pt x="229672" y="68151"/>
                    <a:pt x="235206" y="63546"/>
                    <a:pt x="235206" y="63546"/>
                  </a:cubicBezTo>
                  <a:lnTo>
                    <a:pt x="235206" y="50653"/>
                  </a:lnTo>
                  <a:cubicBezTo>
                    <a:pt x="235206" y="22103"/>
                    <a:pt x="259186" y="0"/>
                    <a:pt x="2886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 name="Google Shape;162;p26"/>
          <p:cNvGrpSpPr/>
          <p:nvPr/>
        </p:nvGrpSpPr>
        <p:grpSpPr>
          <a:xfrm>
            <a:off x="0" y="379440"/>
            <a:ext cx="1123200" cy="553680"/>
            <a:chOff x="0" y="379440"/>
            <a:chExt cx="1123200" cy="553680"/>
          </a:xfrm>
        </p:grpSpPr>
        <p:grpSp>
          <p:nvGrpSpPr>
            <p:cNvPr id="163" name="Google Shape;163;p26"/>
            <p:cNvGrpSpPr/>
            <p:nvPr/>
          </p:nvGrpSpPr>
          <p:grpSpPr>
            <a:xfrm>
              <a:off x="0" y="379440"/>
              <a:ext cx="481320" cy="553680"/>
              <a:chOff x="0" y="379440"/>
              <a:chExt cx="481320" cy="553680"/>
            </a:xfrm>
          </p:grpSpPr>
          <p:sp>
            <p:nvSpPr>
              <p:cNvPr id="164" name="Google Shape;164;p26"/>
              <p:cNvSpPr/>
              <p:nvPr/>
            </p:nvSpPr>
            <p:spPr>
              <a:xfrm rot="10800000" flipH="1">
                <a:off x="360" y="379440"/>
                <a:ext cx="320760" cy="276480"/>
              </a:xfrm>
              <a:prstGeom prst="triangle">
                <a:avLst>
                  <a:gd name="adj" fmla="val 50000"/>
                </a:avLst>
              </a:prstGeom>
              <a:solidFill>
                <a:srgbClr val="EB19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6"/>
              <p:cNvSpPr/>
              <p:nvPr/>
            </p:nvSpPr>
            <p:spPr>
              <a:xfrm>
                <a:off x="160560" y="379800"/>
                <a:ext cx="320760" cy="276480"/>
              </a:xfrm>
              <a:prstGeom prst="triangle">
                <a:avLst>
                  <a:gd name="adj" fmla="val 50000"/>
                </a:avLst>
              </a:prstGeom>
              <a:solidFill>
                <a:srgbClr val="C21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6"/>
              <p:cNvSpPr/>
              <p:nvPr/>
            </p:nvSpPr>
            <p:spPr>
              <a:xfrm rot="10800000" flipH="1">
                <a:off x="160560" y="656280"/>
                <a:ext cx="320760" cy="276480"/>
              </a:xfrm>
              <a:prstGeom prst="triangle">
                <a:avLst>
                  <a:gd name="adj" fmla="val 50000"/>
                </a:avLst>
              </a:prstGeom>
              <a:solidFill>
                <a:srgbClr val="ED37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6"/>
              <p:cNvSpPr/>
              <p:nvPr/>
            </p:nvSpPr>
            <p:spPr>
              <a:xfrm>
                <a:off x="0" y="656640"/>
                <a:ext cx="320760" cy="276480"/>
              </a:xfrm>
              <a:prstGeom prst="triangle">
                <a:avLst>
                  <a:gd name="adj" fmla="val 50000"/>
                </a:avLst>
              </a:prstGeom>
              <a:solidFill>
                <a:srgbClr val="8800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8" name="Google Shape;168;p26"/>
            <p:cNvSpPr/>
            <p:nvPr/>
          </p:nvSpPr>
          <p:spPr>
            <a:xfrm rot="10800000" flipH="1">
              <a:off x="321120" y="379440"/>
              <a:ext cx="320760" cy="276480"/>
            </a:xfrm>
            <a:prstGeom prst="triangle">
              <a:avLst>
                <a:gd name="adj" fmla="val 50000"/>
              </a:avLst>
            </a:prstGeom>
            <a:solidFill>
              <a:srgbClr val="EB19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6"/>
            <p:cNvSpPr/>
            <p:nvPr/>
          </p:nvSpPr>
          <p:spPr>
            <a:xfrm>
              <a:off x="481680" y="379800"/>
              <a:ext cx="320760" cy="276480"/>
            </a:xfrm>
            <a:prstGeom prst="triangle">
              <a:avLst>
                <a:gd name="adj" fmla="val 50000"/>
              </a:avLst>
            </a:prstGeom>
            <a:solidFill>
              <a:srgbClr val="C21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6"/>
            <p:cNvSpPr/>
            <p:nvPr/>
          </p:nvSpPr>
          <p:spPr>
            <a:xfrm rot="10800000" flipH="1">
              <a:off x="481680" y="656280"/>
              <a:ext cx="320760" cy="276480"/>
            </a:xfrm>
            <a:prstGeom prst="triangle">
              <a:avLst>
                <a:gd name="adj" fmla="val 50000"/>
              </a:avLst>
            </a:prstGeom>
            <a:solidFill>
              <a:srgbClr val="ED37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6"/>
            <p:cNvSpPr/>
            <p:nvPr/>
          </p:nvSpPr>
          <p:spPr>
            <a:xfrm>
              <a:off x="320760" y="656640"/>
              <a:ext cx="320760" cy="276480"/>
            </a:xfrm>
            <a:prstGeom prst="triangle">
              <a:avLst>
                <a:gd name="adj" fmla="val 50000"/>
              </a:avLst>
            </a:prstGeom>
            <a:solidFill>
              <a:srgbClr val="8800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6"/>
            <p:cNvSpPr/>
            <p:nvPr/>
          </p:nvSpPr>
          <p:spPr>
            <a:xfrm rot="10800000" flipH="1">
              <a:off x="642240" y="379440"/>
              <a:ext cx="320760" cy="276480"/>
            </a:xfrm>
            <a:prstGeom prst="triangle">
              <a:avLst>
                <a:gd name="adj" fmla="val 50000"/>
              </a:avLst>
            </a:prstGeom>
            <a:solidFill>
              <a:srgbClr val="EB19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6"/>
            <p:cNvSpPr/>
            <p:nvPr/>
          </p:nvSpPr>
          <p:spPr>
            <a:xfrm>
              <a:off x="802440" y="379800"/>
              <a:ext cx="320760" cy="276480"/>
            </a:xfrm>
            <a:prstGeom prst="triangle">
              <a:avLst>
                <a:gd name="adj" fmla="val 50000"/>
              </a:avLst>
            </a:prstGeom>
            <a:solidFill>
              <a:srgbClr val="C21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6"/>
            <p:cNvSpPr/>
            <p:nvPr/>
          </p:nvSpPr>
          <p:spPr>
            <a:xfrm rot="10800000" flipH="1">
              <a:off x="802440" y="656280"/>
              <a:ext cx="320760" cy="276480"/>
            </a:xfrm>
            <a:prstGeom prst="triangle">
              <a:avLst>
                <a:gd name="adj" fmla="val 50000"/>
              </a:avLst>
            </a:prstGeom>
            <a:solidFill>
              <a:srgbClr val="ED37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6"/>
            <p:cNvSpPr/>
            <p:nvPr/>
          </p:nvSpPr>
          <p:spPr>
            <a:xfrm>
              <a:off x="641880" y="656640"/>
              <a:ext cx="320760" cy="276480"/>
            </a:xfrm>
            <a:prstGeom prst="triangle">
              <a:avLst>
                <a:gd name="adj" fmla="val 50000"/>
              </a:avLst>
            </a:prstGeom>
            <a:solidFill>
              <a:srgbClr val="8800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6" name="Google Shape;176;p26"/>
          <p:cNvGrpSpPr/>
          <p:nvPr/>
        </p:nvGrpSpPr>
        <p:grpSpPr>
          <a:xfrm>
            <a:off x="0" y="6706080"/>
            <a:ext cx="12191760" cy="150120"/>
            <a:chOff x="0" y="6706080"/>
            <a:chExt cx="12191760" cy="150120"/>
          </a:xfrm>
        </p:grpSpPr>
        <p:sp>
          <p:nvSpPr>
            <p:cNvPr id="177" name="Google Shape;177;p26"/>
            <p:cNvSpPr/>
            <p:nvPr/>
          </p:nvSpPr>
          <p:spPr>
            <a:xfrm>
              <a:off x="0" y="6706080"/>
              <a:ext cx="12191760" cy="15012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6"/>
            <p:cNvSpPr/>
            <p:nvPr/>
          </p:nvSpPr>
          <p:spPr>
            <a:xfrm>
              <a:off x="0" y="6780960"/>
              <a:ext cx="12191760" cy="74880"/>
            </a:xfrm>
            <a:prstGeom prst="rect">
              <a:avLst/>
            </a:prstGeom>
            <a:solidFill>
              <a:srgbClr val="C21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9" name="Google Shape;179;p26"/>
          <p:cNvSpPr txBox="1">
            <a:spLocks noGrp="1"/>
          </p:cNvSpPr>
          <p:nvPr>
            <p:ph type="body" idx="1"/>
          </p:nvPr>
        </p:nvSpPr>
        <p:spPr>
          <a:xfrm>
            <a:off x="768960" y="1781640"/>
            <a:ext cx="2143080" cy="2145240"/>
          </a:xfrm>
          <a:prstGeom prst="rect">
            <a:avLst/>
          </a:prstGeom>
          <a:noFill/>
          <a:ln>
            <a:noFill/>
          </a:ln>
        </p:spPr>
        <p:txBody>
          <a:bodyPr spcFirstLastPara="1" wrap="square" lIns="91425" tIns="45700" rIns="91425" bIns="45700" anchor="ctr" anchorCtr="0">
            <a:noAutofit/>
          </a:bodyPr>
          <a:lstStyle>
            <a:lvl1pPr marL="457200" lvl="0" indent="-228600">
              <a:spcBef>
                <a:spcPts val="0"/>
              </a:spcBef>
              <a:spcAft>
                <a:spcPts val="0"/>
              </a:spcAft>
              <a:buSzPts val="1400"/>
              <a:buNone/>
              <a:defRPr sz="1800"/>
            </a:lvl1pPr>
            <a:lvl2pPr marL="914400" lvl="1" indent="-228600">
              <a:spcBef>
                <a:spcPts val="0"/>
              </a:spcBef>
              <a:spcAft>
                <a:spcPts val="0"/>
              </a:spcAft>
              <a:buSzPts val="1400"/>
              <a:buNone/>
              <a:defRPr sz="1800"/>
            </a:lvl2pPr>
            <a:lvl3pPr marL="1371600" lvl="2" indent="-228600">
              <a:spcBef>
                <a:spcPts val="0"/>
              </a:spcBef>
              <a:spcAft>
                <a:spcPts val="0"/>
              </a:spcAft>
              <a:buSzPts val="1400"/>
              <a:buNone/>
              <a:defRPr sz="1800"/>
            </a:lvl3pPr>
            <a:lvl4pPr marL="1828800" lvl="3" indent="-228600">
              <a:spcBef>
                <a:spcPts val="0"/>
              </a:spcBef>
              <a:spcAft>
                <a:spcPts val="0"/>
              </a:spcAft>
              <a:buSzPts val="1400"/>
              <a:buNone/>
              <a:defRPr sz="1800"/>
            </a:lvl4pPr>
            <a:lvl5pPr marL="2286000" lvl="4" indent="-228600">
              <a:spcBef>
                <a:spcPts val="0"/>
              </a:spcBef>
              <a:spcAft>
                <a:spcPts val="0"/>
              </a:spcAft>
              <a:buSzPts val="1400"/>
              <a:buNone/>
              <a:defRPr sz="1800"/>
            </a:lvl5pPr>
            <a:lvl6pPr marL="2743200" lvl="5" indent="-228600">
              <a:spcBef>
                <a:spcPts val="0"/>
              </a:spcBef>
              <a:spcAft>
                <a:spcPts val="0"/>
              </a:spcAft>
              <a:buSzPts val="1400"/>
              <a:buNone/>
              <a:defRPr sz="1800"/>
            </a:lvl6pPr>
            <a:lvl7pPr marL="3200400" lvl="6" indent="-228600">
              <a:spcBef>
                <a:spcPts val="0"/>
              </a:spcBef>
              <a:spcAft>
                <a:spcPts val="0"/>
              </a:spcAft>
              <a:buSzPts val="1400"/>
              <a:buNone/>
              <a:defRPr sz="1800"/>
            </a:lvl7pPr>
            <a:lvl8pPr marL="3657600" lvl="7" indent="-228600">
              <a:spcBef>
                <a:spcPts val="0"/>
              </a:spcBef>
              <a:spcAft>
                <a:spcPts val="0"/>
              </a:spcAft>
              <a:buSzPts val="1400"/>
              <a:buNone/>
              <a:defRPr sz="1800"/>
            </a:lvl8pPr>
            <a:lvl9pPr marL="4114800" lvl="8" indent="-228600">
              <a:spcBef>
                <a:spcPts val="0"/>
              </a:spcBef>
              <a:spcAft>
                <a:spcPts val="0"/>
              </a:spcAft>
              <a:buSzPts val="1400"/>
              <a:buNone/>
              <a:defRPr sz="1800"/>
            </a:lvl9pPr>
          </a:lstStyle>
          <a:p>
            <a:endParaRPr/>
          </a:p>
        </p:txBody>
      </p:sp>
      <p:sp>
        <p:nvSpPr>
          <p:cNvPr id="180" name="Google Shape;180;p26"/>
          <p:cNvSpPr txBox="1">
            <a:spLocks noGrp="1"/>
          </p:cNvSpPr>
          <p:nvPr>
            <p:ph type="body" idx="2"/>
          </p:nvPr>
        </p:nvSpPr>
        <p:spPr>
          <a:xfrm>
            <a:off x="2899080" y="3915360"/>
            <a:ext cx="2144880" cy="2134800"/>
          </a:xfrm>
          <a:prstGeom prst="rect">
            <a:avLst/>
          </a:prstGeom>
          <a:noFill/>
          <a:ln>
            <a:noFill/>
          </a:ln>
        </p:spPr>
        <p:txBody>
          <a:bodyPr spcFirstLastPara="1" wrap="square" lIns="91425" tIns="45700" rIns="91425" bIns="45700" anchor="ctr" anchorCtr="0">
            <a:noAutofit/>
          </a:bodyPr>
          <a:lstStyle>
            <a:lvl1pPr marL="457200" lvl="0" indent="-228600">
              <a:spcBef>
                <a:spcPts val="0"/>
              </a:spcBef>
              <a:spcAft>
                <a:spcPts val="0"/>
              </a:spcAft>
              <a:buSzPts val="1400"/>
              <a:buNone/>
              <a:defRPr sz="1800"/>
            </a:lvl1pPr>
            <a:lvl2pPr marL="914400" lvl="1" indent="-228600">
              <a:spcBef>
                <a:spcPts val="0"/>
              </a:spcBef>
              <a:spcAft>
                <a:spcPts val="0"/>
              </a:spcAft>
              <a:buSzPts val="1400"/>
              <a:buNone/>
              <a:defRPr sz="1800"/>
            </a:lvl2pPr>
            <a:lvl3pPr marL="1371600" lvl="2" indent="-228600">
              <a:spcBef>
                <a:spcPts val="0"/>
              </a:spcBef>
              <a:spcAft>
                <a:spcPts val="0"/>
              </a:spcAft>
              <a:buSzPts val="1400"/>
              <a:buNone/>
              <a:defRPr sz="1800"/>
            </a:lvl3pPr>
            <a:lvl4pPr marL="1828800" lvl="3" indent="-228600">
              <a:spcBef>
                <a:spcPts val="0"/>
              </a:spcBef>
              <a:spcAft>
                <a:spcPts val="0"/>
              </a:spcAft>
              <a:buSzPts val="1400"/>
              <a:buNone/>
              <a:defRPr sz="1800"/>
            </a:lvl4pPr>
            <a:lvl5pPr marL="2286000" lvl="4" indent="-228600">
              <a:spcBef>
                <a:spcPts val="0"/>
              </a:spcBef>
              <a:spcAft>
                <a:spcPts val="0"/>
              </a:spcAft>
              <a:buSzPts val="1400"/>
              <a:buNone/>
              <a:defRPr sz="1800"/>
            </a:lvl5pPr>
            <a:lvl6pPr marL="2743200" lvl="5" indent="-228600">
              <a:spcBef>
                <a:spcPts val="0"/>
              </a:spcBef>
              <a:spcAft>
                <a:spcPts val="0"/>
              </a:spcAft>
              <a:buSzPts val="1400"/>
              <a:buNone/>
              <a:defRPr sz="1800"/>
            </a:lvl6pPr>
            <a:lvl7pPr marL="3200400" lvl="6" indent="-228600">
              <a:spcBef>
                <a:spcPts val="0"/>
              </a:spcBef>
              <a:spcAft>
                <a:spcPts val="0"/>
              </a:spcAft>
              <a:buSzPts val="1400"/>
              <a:buNone/>
              <a:defRPr sz="1800"/>
            </a:lvl7pPr>
            <a:lvl8pPr marL="3657600" lvl="7" indent="-228600">
              <a:spcBef>
                <a:spcPts val="0"/>
              </a:spcBef>
              <a:spcAft>
                <a:spcPts val="0"/>
              </a:spcAft>
              <a:buSzPts val="1400"/>
              <a:buNone/>
              <a:defRPr sz="1800"/>
            </a:lvl8pPr>
            <a:lvl9pPr marL="4114800" lvl="8" indent="-228600">
              <a:spcBef>
                <a:spcPts val="0"/>
              </a:spcBef>
              <a:spcAft>
                <a:spcPts val="0"/>
              </a:spcAft>
              <a:buSzPts val="1400"/>
              <a:buNone/>
              <a:defRPr sz="1800"/>
            </a:lvl9pPr>
          </a:lstStyle>
          <a:p>
            <a:endParaRPr/>
          </a:p>
        </p:txBody>
      </p:sp>
      <p:sp>
        <p:nvSpPr>
          <p:cNvPr id="181" name="Google Shape;181;p26"/>
          <p:cNvSpPr txBox="1">
            <a:spLocks noGrp="1"/>
          </p:cNvSpPr>
          <p:nvPr>
            <p:ph type="body" idx="3"/>
          </p:nvPr>
        </p:nvSpPr>
        <p:spPr>
          <a:xfrm>
            <a:off x="5034600" y="1781640"/>
            <a:ext cx="2133360" cy="2133360"/>
          </a:xfrm>
          <a:prstGeom prst="rect">
            <a:avLst/>
          </a:prstGeom>
          <a:noFill/>
          <a:ln>
            <a:noFill/>
          </a:ln>
        </p:spPr>
        <p:txBody>
          <a:bodyPr spcFirstLastPara="1" wrap="square" lIns="91425" tIns="45700" rIns="91425" bIns="45700" anchor="ctr" anchorCtr="0">
            <a:noAutofit/>
          </a:bodyPr>
          <a:lstStyle>
            <a:lvl1pPr marL="457200" lvl="0" indent="-228600">
              <a:spcBef>
                <a:spcPts val="0"/>
              </a:spcBef>
              <a:spcAft>
                <a:spcPts val="0"/>
              </a:spcAft>
              <a:buSzPts val="1400"/>
              <a:buNone/>
              <a:defRPr sz="1800"/>
            </a:lvl1pPr>
            <a:lvl2pPr marL="914400" lvl="1" indent="-228600">
              <a:spcBef>
                <a:spcPts val="0"/>
              </a:spcBef>
              <a:spcAft>
                <a:spcPts val="0"/>
              </a:spcAft>
              <a:buSzPts val="1400"/>
              <a:buNone/>
              <a:defRPr sz="1800"/>
            </a:lvl2pPr>
            <a:lvl3pPr marL="1371600" lvl="2" indent="-228600">
              <a:spcBef>
                <a:spcPts val="0"/>
              </a:spcBef>
              <a:spcAft>
                <a:spcPts val="0"/>
              </a:spcAft>
              <a:buSzPts val="1400"/>
              <a:buNone/>
              <a:defRPr sz="1800"/>
            </a:lvl3pPr>
            <a:lvl4pPr marL="1828800" lvl="3" indent="-228600">
              <a:spcBef>
                <a:spcPts val="0"/>
              </a:spcBef>
              <a:spcAft>
                <a:spcPts val="0"/>
              </a:spcAft>
              <a:buSzPts val="1400"/>
              <a:buNone/>
              <a:defRPr sz="1800"/>
            </a:lvl4pPr>
            <a:lvl5pPr marL="2286000" lvl="4" indent="-228600">
              <a:spcBef>
                <a:spcPts val="0"/>
              </a:spcBef>
              <a:spcAft>
                <a:spcPts val="0"/>
              </a:spcAft>
              <a:buSzPts val="1400"/>
              <a:buNone/>
              <a:defRPr sz="1800"/>
            </a:lvl5pPr>
            <a:lvl6pPr marL="2743200" lvl="5" indent="-228600">
              <a:spcBef>
                <a:spcPts val="0"/>
              </a:spcBef>
              <a:spcAft>
                <a:spcPts val="0"/>
              </a:spcAft>
              <a:buSzPts val="1400"/>
              <a:buNone/>
              <a:defRPr sz="1800"/>
            </a:lvl6pPr>
            <a:lvl7pPr marL="3200400" lvl="6" indent="-228600">
              <a:spcBef>
                <a:spcPts val="0"/>
              </a:spcBef>
              <a:spcAft>
                <a:spcPts val="0"/>
              </a:spcAft>
              <a:buSzPts val="1400"/>
              <a:buNone/>
              <a:defRPr sz="1800"/>
            </a:lvl7pPr>
            <a:lvl8pPr marL="3657600" lvl="7" indent="-228600">
              <a:spcBef>
                <a:spcPts val="0"/>
              </a:spcBef>
              <a:spcAft>
                <a:spcPts val="0"/>
              </a:spcAft>
              <a:buSzPts val="1400"/>
              <a:buNone/>
              <a:defRPr sz="1800"/>
            </a:lvl8pPr>
            <a:lvl9pPr marL="4114800" lvl="8" indent="-228600">
              <a:spcBef>
                <a:spcPts val="0"/>
              </a:spcBef>
              <a:spcAft>
                <a:spcPts val="0"/>
              </a:spcAft>
              <a:buSzPts val="1400"/>
              <a:buNone/>
              <a:defRPr sz="1800"/>
            </a:lvl9pPr>
          </a:lstStyle>
          <a:p>
            <a:endParaRPr/>
          </a:p>
        </p:txBody>
      </p:sp>
      <p:sp>
        <p:nvSpPr>
          <p:cNvPr id="182" name="Google Shape;182;p26"/>
          <p:cNvSpPr txBox="1">
            <a:spLocks noGrp="1"/>
          </p:cNvSpPr>
          <p:nvPr>
            <p:ph type="body" idx="4"/>
          </p:nvPr>
        </p:nvSpPr>
        <p:spPr>
          <a:xfrm>
            <a:off x="9300960" y="1781640"/>
            <a:ext cx="2123280" cy="2133360"/>
          </a:xfrm>
          <a:prstGeom prst="rect">
            <a:avLst/>
          </a:prstGeom>
          <a:noFill/>
          <a:ln>
            <a:noFill/>
          </a:ln>
        </p:spPr>
        <p:txBody>
          <a:bodyPr spcFirstLastPara="1" wrap="square" lIns="91425" tIns="45700" rIns="91425" bIns="45700" anchor="ctr" anchorCtr="0">
            <a:noAutofit/>
          </a:bodyPr>
          <a:lstStyle>
            <a:lvl1pPr marL="457200" lvl="0" indent="-228600">
              <a:spcBef>
                <a:spcPts val="0"/>
              </a:spcBef>
              <a:spcAft>
                <a:spcPts val="0"/>
              </a:spcAft>
              <a:buSzPts val="1400"/>
              <a:buNone/>
              <a:defRPr sz="1800"/>
            </a:lvl1pPr>
            <a:lvl2pPr marL="914400" lvl="1" indent="-228600">
              <a:spcBef>
                <a:spcPts val="0"/>
              </a:spcBef>
              <a:spcAft>
                <a:spcPts val="0"/>
              </a:spcAft>
              <a:buSzPts val="1400"/>
              <a:buNone/>
              <a:defRPr sz="1800"/>
            </a:lvl2pPr>
            <a:lvl3pPr marL="1371600" lvl="2" indent="-228600">
              <a:spcBef>
                <a:spcPts val="0"/>
              </a:spcBef>
              <a:spcAft>
                <a:spcPts val="0"/>
              </a:spcAft>
              <a:buSzPts val="1400"/>
              <a:buNone/>
              <a:defRPr sz="1800"/>
            </a:lvl3pPr>
            <a:lvl4pPr marL="1828800" lvl="3" indent="-228600">
              <a:spcBef>
                <a:spcPts val="0"/>
              </a:spcBef>
              <a:spcAft>
                <a:spcPts val="0"/>
              </a:spcAft>
              <a:buSzPts val="1400"/>
              <a:buNone/>
              <a:defRPr sz="1800"/>
            </a:lvl4pPr>
            <a:lvl5pPr marL="2286000" lvl="4" indent="-228600">
              <a:spcBef>
                <a:spcPts val="0"/>
              </a:spcBef>
              <a:spcAft>
                <a:spcPts val="0"/>
              </a:spcAft>
              <a:buSzPts val="1400"/>
              <a:buNone/>
              <a:defRPr sz="1800"/>
            </a:lvl5pPr>
            <a:lvl6pPr marL="2743200" lvl="5" indent="-228600">
              <a:spcBef>
                <a:spcPts val="0"/>
              </a:spcBef>
              <a:spcAft>
                <a:spcPts val="0"/>
              </a:spcAft>
              <a:buSzPts val="1400"/>
              <a:buNone/>
              <a:defRPr sz="1800"/>
            </a:lvl6pPr>
            <a:lvl7pPr marL="3200400" lvl="6" indent="-228600">
              <a:spcBef>
                <a:spcPts val="0"/>
              </a:spcBef>
              <a:spcAft>
                <a:spcPts val="0"/>
              </a:spcAft>
              <a:buSzPts val="1400"/>
              <a:buNone/>
              <a:defRPr sz="1800"/>
            </a:lvl7pPr>
            <a:lvl8pPr marL="3657600" lvl="7" indent="-228600">
              <a:spcBef>
                <a:spcPts val="0"/>
              </a:spcBef>
              <a:spcAft>
                <a:spcPts val="0"/>
              </a:spcAft>
              <a:buSzPts val="1400"/>
              <a:buNone/>
              <a:defRPr sz="1800"/>
            </a:lvl8pPr>
            <a:lvl9pPr marL="4114800" lvl="8" indent="-228600">
              <a:spcBef>
                <a:spcPts val="0"/>
              </a:spcBef>
              <a:spcAft>
                <a:spcPts val="0"/>
              </a:spcAft>
              <a:buSzPts val="1400"/>
              <a:buNone/>
              <a:defRPr sz="1800"/>
            </a:lvl9pPr>
          </a:lstStyle>
          <a:p>
            <a:endParaRPr/>
          </a:p>
        </p:txBody>
      </p:sp>
      <p:sp>
        <p:nvSpPr>
          <p:cNvPr id="183" name="Google Shape;183;p26"/>
          <p:cNvSpPr txBox="1">
            <a:spLocks noGrp="1"/>
          </p:cNvSpPr>
          <p:nvPr>
            <p:ph type="sldNum" idx="12"/>
          </p:nvPr>
        </p:nvSpPr>
        <p:spPr>
          <a:xfrm>
            <a:off x="11025360" y="490680"/>
            <a:ext cx="583920" cy="364680"/>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buNone/>
              <a:defRPr sz="1100" b="0" i="1" strike="noStrike">
                <a:solidFill>
                  <a:srgbClr val="FFFFFF"/>
                </a:solidFill>
                <a:latin typeface="Century Gothic"/>
                <a:ea typeface="Century Gothic"/>
                <a:cs typeface="Century Gothic"/>
                <a:sym typeface="Century Gothic"/>
              </a:defRPr>
            </a:lvl1pPr>
            <a:lvl2pPr marL="0" marR="0" lvl="1" indent="0" algn="ctr" rtl="0">
              <a:lnSpc>
                <a:spcPct val="100000"/>
              </a:lnSpc>
              <a:spcBef>
                <a:spcPts val="0"/>
              </a:spcBef>
              <a:buNone/>
              <a:defRPr sz="1100" b="0" i="1" strike="noStrike">
                <a:solidFill>
                  <a:srgbClr val="FFFFFF"/>
                </a:solidFill>
                <a:latin typeface="Century Gothic"/>
                <a:ea typeface="Century Gothic"/>
                <a:cs typeface="Century Gothic"/>
                <a:sym typeface="Century Gothic"/>
              </a:defRPr>
            </a:lvl2pPr>
            <a:lvl3pPr marL="0" marR="0" lvl="2" indent="0" algn="ctr" rtl="0">
              <a:lnSpc>
                <a:spcPct val="100000"/>
              </a:lnSpc>
              <a:spcBef>
                <a:spcPts val="0"/>
              </a:spcBef>
              <a:buNone/>
              <a:defRPr sz="1100" b="0" i="1" strike="noStrike">
                <a:solidFill>
                  <a:srgbClr val="FFFFFF"/>
                </a:solidFill>
                <a:latin typeface="Century Gothic"/>
                <a:ea typeface="Century Gothic"/>
                <a:cs typeface="Century Gothic"/>
                <a:sym typeface="Century Gothic"/>
              </a:defRPr>
            </a:lvl3pPr>
            <a:lvl4pPr marL="0" marR="0" lvl="3" indent="0" algn="ctr" rtl="0">
              <a:lnSpc>
                <a:spcPct val="100000"/>
              </a:lnSpc>
              <a:spcBef>
                <a:spcPts val="0"/>
              </a:spcBef>
              <a:buNone/>
              <a:defRPr sz="1100" b="0" i="1" strike="noStrike">
                <a:solidFill>
                  <a:srgbClr val="FFFFFF"/>
                </a:solidFill>
                <a:latin typeface="Century Gothic"/>
                <a:ea typeface="Century Gothic"/>
                <a:cs typeface="Century Gothic"/>
                <a:sym typeface="Century Gothic"/>
              </a:defRPr>
            </a:lvl4pPr>
            <a:lvl5pPr marL="0" marR="0" lvl="4" indent="0" algn="ctr" rtl="0">
              <a:lnSpc>
                <a:spcPct val="100000"/>
              </a:lnSpc>
              <a:spcBef>
                <a:spcPts val="0"/>
              </a:spcBef>
              <a:buNone/>
              <a:defRPr sz="1100" b="0" i="1" strike="noStrike">
                <a:solidFill>
                  <a:srgbClr val="FFFFFF"/>
                </a:solidFill>
                <a:latin typeface="Century Gothic"/>
                <a:ea typeface="Century Gothic"/>
                <a:cs typeface="Century Gothic"/>
                <a:sym typeface="Century Gothic"/>
              </a:defRPr>
            </a:lvl5pPr>
            <a:lvl6pPr marL="0" marR="0" lvl="5" indent="0" algn="ctr" rtl="0">
              <a:lnSpc>
                <a:spcPct val="100000"/>
              </a:lnSpc>
              <a:spcBef>
                <a:spcPts val="0"/>
              </a:spcBef>
              <a:buNone/>
              <a:defRPr sz="1100" b="0" i="1" strike="noStrike">
                <a:solidFill>
                  <a:srgbClr val="FFFFFF"/>
                </a:solidFill>
                <a:latin typeface="Century Gothic"/>
                <a:ea typeface="Century Gothic"/>
                <a:cs typeface="Century Gothic"/>
                <a:sym typeface="Century Gothic"/>
              </a:defRPr>
            </a:lvl6pPr>
            <a:lvl7pPr marL="0" marR="0" lvl="6" indent="0" algn="ctr" rtl="0">
              <a:lnSpc>
                <a:spcPct val="100000"/>
              </a:lnSpc>
              <a:spcBef>
                <a:spcPts val="0"/>
              </a:spcBef>
              <a:buNone/>
              <a:defRPr sz="1100" b="0" i="1" strike="noStrike">
                <a:solidFill>
                  <a:srgbClr val="FFFFFF"/>
                </a:solidFill>
                <a:latin typeface="Century Gothic"/>
                <a:ea typeface="Century Gothic"/>
                <a:cs typeface="Century Gothic"/>
                <a:sym typeface="Century Gothic"/>
              </a:defRPr>
            </a:lvl7pPr>
            <a:lvl8pPr marL="0" marR="0" lvl="7" indent="0" algn="ctr" rtl="0">
              <a:lnSpc>
                <a:spcPct val="100000"/>
              </a:lnSpc>
              <a:spcBef>
                <a:spcPts val="0"/>
              </a:spcBef>
              <a:buNone/>
              <a:defRPr sz="1100" b="0" i="1" strike="noStrike">
                <a:solidFill>
                  <a:srgbClr val="FFFFFF"/>
                </a:solidFill>
                <a:latin typeface="Century Gothic"/>
                <a:ea typeface="Century Gothic"/>
                <a:cs typeface="Century Gothic"/>
                <a:sym typeface="Century Gothic"/>
              </a:defRPr>
            </a:lvl8pPr>
            <a:lvl9pPr marL="0" marR="0" lvl="8" indent="0" algn="ctr" rtl="0">
              <a:lnSpc>
                <a:spcPct val="100000"/>
              </a:lnSpc>
              <a:spcBef>
                <a:spcPts val="0"/>
              </a:spcBef>
              <a:buNone/>
              <a:defRPr sz="1100" b="0" i="1" strike="noStrike">
                <a:solidFill>
                  <a:srgbClr val="FFFFFF"/>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t>‹#›</a:t>
            </a:fld>
            <a:endParaRPr i="0">
              <a:solidFill>
                <a:schemeClr val="dk1"/>
              </a:solidFill>
              <a:latin typeface="Times New Roman"/>
              <a:ea typeface="Times New Roman"/>
              <a:cs typeface="Times New Roman"/>
              <a:sym typeface="Times New Roman"/>
            </a:endParaRPr>
          </a:p>
        </p:txBody>
      </p:sp>
      <p:sp>
        <p:nvSpPr>
          <p:cNvPr id="184" name="Google Shape;184;p26"/>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sz="18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3"/>
        <p:cNvGrpSpPr/>
        <p:nvPr/>
      </p:nvGrpSpPr>
      <p:grpSpPr>
        <a:xfrm>
          <a:off x="0" y="0"/>
          <a:ext cx="0" cy="0"/>
          <a:chOff x="0" y="0"/>
          <a:chExt cx="0" cy="0"/>
        </a:xfrm>
      </p:grpSpPr>
      <p:sp>
        <p:nvSpPr>
          <p:cNvPr id="234" name="Google Shape;234;p29"/>
          <p:cNvSpPr/>
          <p:nvPr/>
        </p:nvSpPr>
        <p:spPr>
          <a:xfrm>
            <a:off x="4317840" y="2971800"/>
            <a:ext cx="3555720" cy="22752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300" b="0" strike="noStrike">
                <a:solidFill>
                  <a:srgbClr val="FFFFFF"/>
                </a:solidFill>
                <a:latin typeface="Microsoft Yahei"/>
                <a:ea typeface="Microsoft Yahei"/>
                <a:cs typeface="Microsoft Yahei"/>
                <a:sym typeface="Microsoft Yahei"/>
              </a:rPr>
              <a:t>感谢您下载包图网平台上提供的PPT作品，为了您和包图网以及原创作者的利益，请勿复制、传播、销售，否则将承担法律责任！包图网将对作品进行维权，按照传播下载次数进行十倍的索取赔偿！</a:t>
            </a:r>
            <a:endParaRPr sz="300" b="0" strike="noStrik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600" b="0" strike="noStrike">
                <a:solidFill>
                  <a:srgbClr val="FFFFFF"/>
                </a:solidFill>
                <a:latin typeface="Microsoft Yahei"/>
                <a:ea typeface="Microsoft Yahei"/>
                <a:cs typeface="Microsoft Yahei"/>
                <a:sym typeface="Microsoft Yahei"/>
              </a:rPr>
              <a:t>ibaotu.com</a:t>
            </a:r>
            <a:endParaRPr sz="600" b="0" strike="noStrike">
              <a:solidFill>
                <a:schemeClr val="dk1"/>
              </a:solidFill>
              <a:latin typeface="Arial"/>
              <a:ea typeface="Arial"/>
              <a:cs typeface="Arial"/>
              <a:sym typeface="Arial"/>
            </a:endParaRPr>
          </a:p>
        </p:txBody>
      </p:sp>
      <p:grpSp>
        <p:nvGrpSpPr>
          <p:cNvPr id="235" name="Google Shape;235;p29"/>
          <p:cNvGrpSpPr/>
          <p:nvPr/>
        </p:nvGrpSpPr>
        <p:grpSpPr>
          <a:xfrm>
            <a:off x="0" y="379800"/>
            <a:ext cx="1946160" cy="553320"/>
            <a:chOff x="0" y="379800"/>
            <a:chExt cx="1946160" cy="553320"/>
          </a:xfrm>
        </p:grpSpPr>
        <p:sp>
          <p:nvSpPr>
            <p:cNvPr id="236" name="Google Shape;236;p29"/>
            <p:cNvSpPr/>
            <p:nvPr/>
          </p:nvSpPr>
          <p:spPr>
            <a:xfrm>
              <a:off x="0" y="379800"/>
              <a:ext cx="1946160" cy="553320"/>
            </a:xfrm>
            <a:prstGeom prst="homePlate">
              <a:avLst>
                <a:gd name="adj" fmla="val 23896"/>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9"/>
            <p:cNvSpPr/>
            <p:nvPr/>
          </p:nvSpPr>
          <p:spPr>
            <a:xfrm>
              <a:off x="0" y="656640"/>
              <a:ext cx="1946160" cy="276480"/>
            </a:xfrm>
            <a:custGeom>
              <a:avLst/>
              <a:gdLst/>
              <a:ahLst/>
              <a:cxnLst/>
              <a:rect l="l" t="t" r="r" b="b"/>
              <a:pathLst>
                <a:path w="3686629" h="714829" extrusionOk="0">
                  <a:moveTo>
                    <a:pt x="0" y="0"/>
                  </a:moveTo>
                  <a:lnTo>
                    <a:pt x="3686629" y="0"/>
                  </a:lnTo>
                  <a:lnTo>
                    <a:pt x="3435202" y="714829"/>
                  </a:lnTo>
                  <a:lnTo>
                    <a:pt x="0" y="714829"/>
                  </a:lnTo>
                  <a:lnTo>
                    <a:pt x="0" y="0"/>
                  </a:lnTo>
                  <a:close/>
                </a:path>
              </a:pathLst>
            </a:custGeom>
            <a:solidFill>
              <a:srgbClr val="C21227"/>
            </a:solidFill>
            <a:ln>
              <a:noFill/>
            </a:ln>
          </p:spPr>
        </p:sp>
        <p:sp>
          <p:nvSpPr>
            <p:cNvPr id="238" name="Google Shape;238;p29"/>
            <p:cNvSpPr/>
            <p:nvPr/>
          </p:nvSpPr>
          <p:spPr>
            <a:xfrm>
              <a:off x="1362960" y="432000"/>
              <a:ext cx="521280" cy="449280"/>
            </a:xfrm>
            <a:prstGeom prst="hexagon">
              <a:avLst>
                <a:gd name="adj" fmla="val 25000"/>
                <a:gd name="vf" fmla="val 11547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9"/>
            <p:cNvSpPr/>
            <p:nvPr/>
          </p:nvSpPr>
          <p:spPr>
            <a:xfrm>
              <a:off x="1499040" y="542520"/>
              <a:ext cx="248760" cy="229320"/>
            </a:xfrm>
            <a:custGeom>
              <a:avLst/>
              <a:gdLst/>
              <a:ahLst/>
              <a:cxnLst/>
              <a:rect l="l" t="t" r="r" b="b"/>
              <a:pathLst>
                <a:path w="578320" h="533197" extrusionOk="0">
                  <a:moveTo>
                    <a:pt x="469488" y="312166"/>
                  </a:moveTo>
                  <a:cubicBezTo>
                    <a:pt x="499002" y="312166"/>
                    <a:pt x="523904" y="335190"/>
                    <a:pt x="523904" y="363740"/>
                  </a:cubicBezTo>
                  <a:lnTo>
                    <a:pt x="523904" y="376634"/>
                  </a:lnTo>
                  <a:cubicBezTo>
                    <a:pt x="523904" y="376634"/>
                    <a:pt x="529438" y="381238"/>
                    <a:pt x="527594" y="391369"/>
                  </a:cubicBezTo>
                  <a:cubicBezTo>
                    <a:pt x="526671" y="404262"/>
                    <a:pt x="512837" y="411630"/>
                    <a:pt x="512837" y="411630"/>
                  </a:cubicBezTo>
                  <a:cubicBezTo>
                    <a:pt x="512837" y="411630"/>
                    <a:pt x="509147" y="430970"/>
                    <a:pt x="498080" y="440180"/>
                  </a:cubicBezTo>
                  <a:cubicBezTo>
                    <a:pt x="494391" y="467809"/>
                    <a:pt x="513759" y="470572"/>
                    <a:pt x="529438" y="475176"/>
                  </a:cubicBezTo>
                  <a:cubicBezTo>
                    <a:pt x="555263" y="483465"/>
                    <a:pt x="578320" y="485307"/>
                    <a:pt x="578320" y="518462"/>
                  </a:cubicBezTo>
                  <a:cubicBezTo>
                    <a:pt x="578320" y="525829"/>
                    <a:pt x="543273" y="532276"/>
                    <a:pt x="485168" y="533197"/>
                  </a:cubicBezTo>
                  <a:lnTo>
                    <a:pt x="477789" y="486228"/>
                  </a:lnTo>
                  <a:lnTo>
                    <a:pt x="481478" y="479781"/>
                  </a:lnTo>
                  <a:cubicBezTo>
                    <a:pt x="481478" y="478860"/>
                    <a:pt x="481478" y="477939"/>
                    <a:pt x="480556" y="477939"/>
                  </a:cubicBezTo>
                  <a:lnTo>
                    <a:pt x="471333" y="466888"/>
                  </a:lnTo>
                  <a:cubicBezTo>
                    <a:pt x="470411" y="465967"/>
                    <a:pt x="468566" y="465967"/>
                    <a:pt x="467644" y="466888"/>
                  </a:cubicBezTo>
                  <a:lnTo>
                    <a:pt x="458421" y="477939"/>
                  </a:lnTo>
                  <a:cubicBezTo>
                    <a:pt x="457499" y="477939"/>
                    <a:pt x="457499" y="478860"/>
                    <a:pt x="458421" y="479781"/>
                  </a:cubicBezTo>
                  <a:lnTo>
                    <a:pt x="462110" y="486228"/>
                  </a:lnTo>
                  <a:lnTo>
                    <a:pt x="454732" y="533197"/>
                  </a:lnTo>
                  <a:cubicBezTo>
                    <a:pt x="396627" y="532276"/>
                    <a:pt x="361579" y="525829"/>
                    <a:pt x="361579" y="518462"/>
                  </a:cubicBezTo>
                  <a:cubicBezTo>
                    <a:pt x="361579" y="485307"/>
                    <a:pt x="384637" y="483465"/>
                    <a:pt x="409539" y="475176"/>
                  </a:cubicBezTo>
                  <a:cubicBezTo>
                    <a:pt x="425218" y="470572"/>
                    <a:pt x="444586" y="466888"/>
                    <a:pt x="440897" y="440180"/>
                  </a:cubicBezTo>
                  <a:cubicBezTo>
                    <a:pt x="430752" y="430970"/>
                    <a:pt x="427063" y="411630"/>
                    <a:pt x="427063" y="411630"/>
                  </a:cubicBezTo>
                  <a:cubicBezTo>
                    <a:pt x="427063" y="411630"/>
                    <a:pt x="413228" y="404262"/>
                    <a:pt x="411383" y="391369"/>
                  </a:cubicBezTo>
                  <a:cubicBezTo>
                    <a:pt x="410461" y="381238"/>
                    <a:pt x="415995" y="376634"/>
                    <a:pt x="415995" y="376634"/>
                  </a:cubicBezTo>
                  <a:lnTo>
                    <a:pt x="415995" y="363740"/>
                  </a:lnTo>
                  <a:cubicBezTo>
                    <a:pt x="415995" y="335190"/>
                    <a:pt x="439975" y="312166"/>
                    <a:pt x="469488" y="312166"/>
                  </a:cubicBezTo>
                  <a:close/>
                  <a:moveTo>
                    <a:pt x="107909" y="312166"/>
                  </a:moveTo>
                  <a:cubicBezTo>
                    <a:pt x="138345" y="312166"/>
                    <a:pt x="162325" y="335190"/>
                    <a:pt x="162325" y="363740"/>
                  </a:cubicBezTo>
                  <a:lnTo>
                    <a:pt x="162325" y="376634"/>
                  </a:lnTo>
                  <a:cubicBezTo>
                    <a:pt x="162325" y="376634"/>
                    <a:pt x="167859" y="381238"/>
                    <a:pt x="166937" y="391369"/>
                  </a:cubicBezTo>
                  <a:cubicBezTo>
                    <a:pt x="165092" y="404262"/>
                    <a:pt x="151257" y="411630"/>
                    <a:pt x="151257" y="411630"/>
                  </a:cubicBezTo>
                  <a:cubicBezTo>
                    <a:pt x="151257" y="411630"/>
                    <a:pt x="147568" y="430970"/>
                    <a:pt x="137423" y="440180"/>
                  </a:cubicBezTo>
                  <a:cubicBezTo>
                    <a:pt x="132811" y="467809"/>
                    <a:pt x="152180" y="470572"/>
                    <a:pt x="167859" y="475176"/>
                  </a:cubicBezTo>
                  <a:cubicBezTo>
                    <a:pt x="193684" y="483465"/>
                    <a:pt x="216741" y="485307"/>
                    <a:pt x="216741" y="518462"/>
                  </a:cubicBezTo>
                  <a:cubicBezTo>
                    <a:pt x="216741" y="525829"/>
                    <a:pt x="181693" y="532276"/>
                    <a:pt x="123588" y="533197"/>
                  </a:cubicBezTo>
                  <a:lnTo>
                    <a:pt x="116210" y="486228"/>
                  </a:lnTo>
                  <a:lnTo>
                    <a:pt x="119899" y="479781"/>
                  </a:lnTo>
                  <a:cubicBezTo>
                    <a:pt x="120821" y="478860"/>
                    <a:pt x="119899" y="477939"/>
                    <a:pt x="119899" y="477939"/>
                  </a:cubicBezTo>
                  <a:lnTo>
                    <a:pt x="109754" y="466888"/>
                  </a:lnTo>
                  <a:cubicBezTo>
                    <a:pt x="108832" y="465967"/>
                    <a:pt x="107909" y="465967"/>
                    <a:pt x="106987" y="466888"/>
                  </a:cubicBezTo>
                  <a:lnTo>
                    <a:pt x="96842" y="477939"/>
                  </a:lnTo>
                  <a:cubicBezTo>
                    <a:pt x="96842" y="477939"/>
                    <a:pt x="95919" y="478860"/>
                    <a:pt x="96842" y="479781"/>
                  </a:cubicBezTo>
                  <a:lnTo>
                    <a:pt x="100531" y="486228"/>
                  </a:lnTo>
                  <a:lnTo>
                    <a:pt x="93152" y="533197"/>
                  </a:lnTo>
                  <a:cubicBezTo>
                    <a:pt x="35047" y="532276"/>
                    <a:pt x="0" y="525829"/>
                    <a:pt x="0" y="518462"/>
                  </a:cubicBezTo>
                  <a:cubicBezTo>
                    <a:pt x="0" y="485307"/>
                    <a:pt x="23057" y="483465"/>
                    <a:pt x="48882" y="475176"/>
                  </a:cubicBezTo>
                  <a:cubicBezTo>
                    <a:pt x="64561" y="470572"/>
                    <a:pt x="83929" y="466888"/>
                    <a:pt x="79318" y="440180"/>
                  </a:cubicBezTo>
                  <a:cubicBezTo>
                    <a:pt x="69173" y="430970"/>
                    <a:pt x="65483" y="411630"/>
                    <a:pt x="65483" y="411630"/>
                  </a:cubicBezTo>
                  <a:cubicBezTo>
                    <a:pt x="65483" y="411630"/>
                    <a:pt x="51649" y="404262"/>
                    <a:pt x="49804" y="391369"/>
                  </a:cubicBezTo>
                  <a:cubicBezTo>
                    <a:pt x="48882" y="381238"/>
                    <a:pt x="54416" y="376634"/>
                    <a:pt x="54416" y="376634"/>
                  </a:cubicBezTo>
                  <a:lnTo>
                    <a:pt x="54416" y="363740"/>
                  </a:lnTo>
                  <a:cubicBezTo>
                    <a:pt x="54416" y="335190"/>
                    <a:pt x="78396" y="312166"/>
                    <a:pt x="107909" y="312166"/>
                  </a:cubicBezTo>
                  <a:close/>
                  <a:moveTo>
                    <a:pt x="288717" y="237601"/>
                  </a:moveTo>
                  <a:cubicBezTo>
                    <a:pt x="297024" y="237601"/>
                    <a:pt x="303485" y="244048"/>
                    <a:pt x="303485" y="252338"/>
                  </a:cubicBezTo>
                  <a:lnTo>
                    <a:pt x="303485" y="331547"/>
                  </a:lnTo>
                  <a:lnTo>
                    <a:pt x="384708" y="398782"/>
                  </a:lnTo>
                  <a:cubicBezTo>
                    <a:pt x="390246" y="403387"/>
                    <a:pt x="391169" y="412598"/>
                    <a:pt x="386554" y="419045"/>
                  </a:cubicBezTo>
                  <a:cubicBezTo>
                    <a:pt x="383785" y="421808"/>
                    <a:pt x="379170" y="423650"/>
                    <a:pt x="375478" y="423650"/>
                  </a:cubicBezTo>
                  <a:cubicBezTo>
                    <a:pt x="371786" y="423650"/>
                    <a:pt x="369017" y="422729"/>
                    <a:pt x="366248" y="420887"/>
                  </a:cubicBezTo>
                  <a:lnTo>
                    <a:pt x="288717" y="356415"/>
                  </a:lnTo>
                  <a:lnTo>
                    <a:pt x="212108" y="420887"/>
                  </a:lnTo>
                  <a:cubicBezTo>
                    <a:pt x="205647" y="425492"/>
                    <a:pt x="196417" y="424571"/>
                    <a:pt x="191802" y="419045"/>
                  </a:cubicBezTo>
                  <a:cubicBezTo>
                    <a:pt x="186264" y="412598"/>
                    <a:pt x="187187" y="403387"/>
                    <a:pt x="193648" y="398782"/>
                  </a:cubicBezTo>
                  <a:lnTo>
                    <a:pt x="274872" y="331547"/>
                  </a:lnTo>
                  <a:lnTo>
                    <a:pt x="274872" y="252338"/>
                  </a:lnTo>
                  <a:cubicBezTo>
                    <a:pt x="274872" y="244048"/>
                    <a:pt x="281333" y="237601"/>
                    <a:pt x="288717" y="237601"/>
                  </a:cubicBezTo>
                  <a:close/>
                  <a:moveTo>
                    <a:pt x="288699" y="0"/>
                  </a:moveTo>
                  <a:cubicBezTo>
                    <a:pt x="318213" y="0"/>
                    <a:pt x="343115" y="22103"/>
                    <a:pt x="343115" y="50653"/>
                  </a:cubicBezTo>
                  <a:lnTo>
                    <a:pt x="343115" y="63546"/>
                  </a:lnTo>
                  <a:cubicBezTo>
                    <a:pt x="343115" y="63546"/>
                    <a:pt x="348649" y="68151"/>
                    <a:pt x="346805" y="78282"/>
                  </a:cubicBezTo>
                  <a:cubicBezTo>
                    <a:pt x="345882" y="92096"/>
                    <a:pt x="332048" y="98543"/>
                    <a:pt x="332048" y="98543"/>
                  </a:cubicBezTo>
                  <a:cubicBezTo>
                    <a:pt x="332048" y="98543"/>
                    <a:pt x="328358" y="117883"/>
                    <a:pt x="318213" y="127093"/>
                  </a:cubicBezTo>
                  <a:cubicBezTo>
                    <a:pt x="313602" y="154722"/>
                    <a:pt x="332970" y="157484"/>
                    <a:pt x="348649" y="163010"/>
                  </a:cubicBezTo>
                  <a:cubicBezTo>
                    <a:pt x="374474" y="171299"/>
                    <a:pt x="397531" y="172220"/>
                    <a:pt x="397531" y="206295"/>
                  </a:cubicBezTo>
                  <a:cubicBezTo>
                    <a:pt x="397531" y="212742"/>
                    <a:pt x="362484" y="219189"/>
                    <a:pt x="304379" y="220110"/>
                  </a:cubicBezTo>
                  <a:lnTo>
                    <a:pt x="297000" y="173141"/>
                  </a:lnTo>
                  <a:lnTo>
                    <a:pt x="300689" y="167615"/>
                  </a:lnTo>
                  <a:cubicBezTo>
                    <a:pt x="300689" y="166694"/>
                    <a:pt x="300689" y="165773"/>
                    <a:pt x="300689" y="164852"/>
                  </a:cubicBezTo>
                  <a:lnTo>
                    <a:pt x="290544" y="154722"/>
                  </a:lnTo>
                  <a:cubicBezTo>
                    <a:pt x="289622" y="153801"/>
                    <a:pt x="287777" y="153801"/>
                    <a:pt x="287777" y="154722"/>
                  </a:cubicBezTo>
                  <a:lnTo>
                    <a:pt x="277632" y="164852"/>
                  </a:lnTo>
                  <a:cubicBezTo>
                    <a:pt x="276710" y="165773"/>
                    <a:pt x="276710" y="166694"/>
                    <a:pt x="277632" y="167615"/>
                  </a:cubicBezTo>
                  <a:lnTo>
                    <a:pt x="281321" y="173141"/>
                  </a:lnTo>
                  <a:lnTo>
                    <a:pt x="273943" y="221031"/>
                  </a:lnTo>
                  <a:cubicBezTo>
                    <a:pt x="215838" y="219189"/>
                    <a:pt x="180790" y="212742"/>
                    <a:pt x="180790" y="206295"/>
                  </a:cubicBezTo>
                  <a:cubicBezTo>
                    <a:pt x="180790" y="172220"/>
                    <a:pt x="203848" y="171299"/>
                    <a:pt x="228750" y="163010"/>
                  </a:cubicBezTo>
                  <a:cubicBezTo>
                    <a:pt x="244429" y="157484"/>
                    <a:pt x="264720" y="154722"/>
                    <a:pt x="260108" y="127093"/>
                  </a:cubicBezTo>
                  <a:cubicBezTo>
                    <a:pt x="249963" y="117883"/>
                    <a:pt x="246274" y="98543"/>
                    <a:pt x="246274" y="98543"/>
                  </a:cubicBezTo>
                  <a:cubicBezTo>
                    <a:pt x="246274" y="98543"/>
                    <a:pt x="232439" y="92096"/>
                    <a:pt x="230594" y="78282"/>
                  </a:cubicBezTo>
                  <a:cubicBezTo>
                    <a:pt x="229672" y="68151"/>
                    <a:pt x="235206" y="63546"/>
                    <a:pt x="235206" y="63546"/>
                  </a:cubicBezTo>
                  <a:lnTo>
                    <a:pt x="235206" y="50653"/>
                  </a:lnTo>
                  <a:cubicBezTo>
                    <a:pt x="235206" y="22103"/>
                    <a:pt x="259186" y="0"/>
                    <a:pt x="2886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0" name="Google Shape;240;p29"/>
          <p:cNvGrpSpPr/>
          <p:nvPr/>
        </p:nvGrpSpPr>
        <p:grpSpPr>
          <a:xfrm>
            <a:off x="0" y="379440"/>
            <a:ext cx="1123200" cy="553680"/>
            <a:chOff x="0" y="379440"/>
            <a:chExt cx="1123200" cy="553680"/>
          </a:xfrm>
        </p:grpSpPr>
        <p:grpSp>
          <p:nvGrpSpPr>
            <p:cNvPr id="241" name="Google Shape;241;p29"/>
            <p:cNvGrpSpPr/>
            <p:nvPr/>
          </p:nvGrpSpPr>
          <p:grpSpPr>
            <a:xfrm>
              <a:off x="0" y="379440"/>
              <a:ext cx="481320" cy="553680"/>
              <a:chOff x="0" y="379440"/>
              <a:chExt cx="481320" cy="553680"/>
            </a:xfrm>
          </p:grpSpPr>
          <p:sp>
            <p:nvSpPr>
              <p:cNvPr id="242" name="Google Shape;242;p29"/>
              <p:cNvSpPr/>
              <p:nvPr/>
            </p:nvSpPr>
            <p:spPr>
              <a:xfrm rot="10800000" flipH="1">
                <a:off x="360" y="379440"/>
                <a:ext cx="320760" cy="276480"/>
              </a:xfrm>
              <a:prstGeom prst="triangle">
                <a:avLst>
                  <a:gd name="adj" fmla="val 50000"/>
                </a:avLst>
              </a:prstGeom>
              <a:solidFill>
                <a:srgbClr val="EB19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9"/>
              <p:cNvSpPr/>
              <p:nvPr/>
            </p:nvSpPr>
            <p:spPr>
              <a:xfrm>
                <a:off x="160560" y="379800"/>
                <a:ext cx="320760" cy="276480"/>
              </a:xfrm>
              <a:prstGeom prst="triangle">
                <a:avLst>
                  <a:gd name="adj" fmla="val 50000"/>
                </a:avLst>
              </a:prstGeom>
              <a:solidFill>
                <a:srgbClr val="C21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9"/>
              <p:cNvSpPr/>
              <p:nvPr/>
            </p:nvSpPr>
            <p:spPr>
              <a:xfrm rot="10800000" flipH="1">
                <a:off x="160560" y="656280"/>
                <a:ext cx="320760" cy="276480"/>
              </a:xfrm>
              <a:prstGeom prst="triangle">
                <a:avLst>
                  <a:gd name="adj" fmla="val 50000"/>
                </a:avLst>
              </a:prstGeom>
              <a:solidFill>
                <a:srgbClr val="ED37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9"/>
              <p:cNvSpPr/>
              <p:nvPr/>
            </p:nvSpPr>
            <p:spPr>
              <a:xfrm>
                <a:off x="0" y="656640"/>
                <a:ext cx="320760" cy="276480"/>
              </a:xfrm>
              <a:prstGeom prst="triangle">
                <a:avLst>
                  <a:gd name="adj" fmla="val 50000"/>
                </a:avLst>
              </a:prstGeom>
              <a:solidFill>
                <a:srgbClr val="8800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6" name="Google Shape;246;p29"/>
            <p:cNvSpPr/>
            <p:nvPr/>
          </p:nvSpPr>
          <p:spPr>
            <a:xfrm rot="10800000" flipH="1">
              <a:off x="321120" y="379440"/>
              <a:ext cx="320760" cy="276480"/>
            </a:xfrm>
            <a:prstGeom prst="triangle">
              <a:avLst>
                <a:gd name="adj" fmla="val 50000"/>
              </a:avLst>
            </a:prstGeom>
            <a:solidFill>
              <a:srgbClr val="EB19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9"/>
            <p:cNvSpPr/>
            <p:nvPr/>
          </p:nvSpPr>
          <p:spPr>
            <a:xfrm>
              <a:off x="481680" y="379800"/>
              <a:ext cx="320760" cy="276480"/>
            </a:xfrm>
            <a:prstGeom prst="triangle">
              <a:avLst>
                <a:gd name="adj" fmla="val 50000"/>
              </a:avLst>
            </a:prstGeom>
            <a:solidFill>
              <a:srgbClr val="C21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9"/>
            <p:cNvSpPr/>
            <p:nvPr/>
          </p:nvSpPr>
          <p:spPr>
            <a:xfrm rot="10800000" flipH="1">
              <a:off x="481680" y="656280"/>
              <a:ext cx="320760" cy="276480"/>
            </a:xfrm>
            <a:prstGeom prst="triangle">
              <a:avLst>
                <a:gd name="adj" fmla="val 50000"/>
              </a:avLst>
            </a:prstGeom>
            <a:solidFill>
              <a:srgbClr val="ED37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9"/>
            <p:cNvSpPr/>
            <p:nvPr/>
          </p:nvSpPr>
          <p:spPr>
            <a:xfrm>
              <a:off x="320760" y="656640"/>
              <a:ext cx="320760" cy="276480"/>
            </a:xfrm>
            <a:prstGeom prst="triangle">
              <a:avLst>
                <a:gd name="adj" fmla="val 50000"/>
              </a:avLst>
            </a:prstGeom>
            <a:solidFill>
              <a:srgbClr val="8800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9"/>
            <p:cNvSpPr/>
            <p:nvPr/>
          </p:nvSpPr>
          <p:spPr>
            <a:xfrm rot="10800000" flipH="1">
              <a:off x="642240" y="379440"/>
              <a:ext cx="320760" cy="276480"/>
            </a:xfrm>
            <a:prstGeom prst="triangle">
              <a:avLst>
                <a:gd name="adj" fmla="val 50000"/>
              </a:avLst>
            </a:prstGeom>
            <a:solidFill>
              <a:srgbClr val="EB19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9"/>
            <p:cNvSpPr/>
            <p:nvPr/>
          </p:nvSpPr>
          <p:spPr>
            <a:xfrm>
              <a:off x="802440" y="379800"/>
              <a:ext cx="320760" cy="276480"/>
            </a:xfrm>
            <a:prstGeom prst="triangle">
              <a:avLst>
                <a:gd name="adj" fmla="val 50000"/>
              </a:avLst>
            </a:prstGeom>
            <a:solidFill>
              <a:srgbClr val="C21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9"/>
            <p:cNvSpPr/>
            <p:nvPr/>
          </p:nvSpPr>
          <p:spPr>
            <a:xfrm rot="10800000" flipH="1">
              <a:off x="802440" y="656280"/>
              <a:ext cx="320760" cy="276480"/>
            </a:xfrm>
            <a:prstGeom prst="triangle">
              <a:avLst>
                <a:gd name="adj" fmla="val 50000"/>
              </a:avLst>
            </a:prstGeom>
            <a:solidFill>
              <a:srgbClr val="ED37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9"/>
            <p:cNvSpPr/>
            <p:nvPr/>
          </p:nvSpPr>
          <p:spPr>
            <a:xfrm>
              <a:off x="641880" y="656640"/>
              <a:ext cx="320760" cy="276480"/>
            </a:xfrm>
            <a:prstGeom prst="triangle">
              <a:avLst>
                <a:gd name="adj" fmla="val 50000"/>
              </a:avLst>
            </a:prstGeom>
            <a:solidFill>
              <a:srgbClr val="8800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29"/>
          <p:cNvGrpSpPr/>
          <p:nvPr/>
        </p:nvGrpSpPr>
        <p:grpSpPr>
          <a:xfrm>
            <a:off x="0" y="6706080"/>
            <a:ext cx="12191760" cy="150120"/>
            <a:chOff x="0" y="6706080"/>
            <a:chExt cx="12191760" cy="150120"/>
          </a:xfrm>
        </p:grpSpPr>
        <p:sp>
          <p:nvSpPr>
            <p:cNvPr id="255" name="Google Shape;255;p29"/>
            <p:cNvSpPr/>
            <p:nvPr/>
          </p:nvSpPr>
          <p:spPr>
            <a:xfrm>
              <a:off x="0" y="6706080"/>
              <a:ext cx="12191760" cy="15012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9"/>
            <p:cNvSpPr/>
            <p:nvPr/>
          </p:nvSpPr>
          <p:spPr>
            <a:xfrm>
              <a:off x="0" y="6780960"/>
              <a:ext cx="12191760" cy="74880"/>
            </a:xfrm>
            <a:prstGeom prst="rect">
              <a:avLst/>
            </a:prstGeom>
            <a:solidFill>
              <a:srgbClr val="C21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7" name="Google Shape;257;p29"/>
          <p:cNvSpPr txBox="1">
            <a:spLocks noGrp="1"/>
          </p:cNvSpPr>
          <p:nvPr>
            <p:ph type="body" idx="1"/>
          </p:nvPr>
        </p:nvSpPr>
        <p:spPr>
          <a:xfrm>
            <a:off x="5406480" y="1606680"/>
            <a:ext cx="3187800" cy="2066400"/>
          </a:xfrm>
          <a:prstGeom prst="rect">
            <a:avLst/>
          </a:prstGeom>
          <a:noFill/>
          <a:ln>
            <a:noFill/>
          </a:ln>
        </p:spPr>
        <p:txBody>
          <a:bodyPr spcFirstLastPara="1" wrap="square" lIns="91425" tIns="45700" rIns="91425" bIns="45700" anchor="ctr" anchorCtr="0">
            <a:noAutofit/>
          </a:bodyPr>
          <a:lstStyle>
            <a:lvl1pPr marL="457200" lvl="0" indent="-228600">
              <a:spcBef>
                <a:spcPts val="0"/>
              </a:spcBef>
              <a:spcAft>
                <a:spcPts val="0"/>
              </a:spcAft>
              <a:buSzPts val="1400"/>
              <a:buNone/>
              <a:defRPr sz="1800"/>
            </a:lvl1pPr>
            <a:lvl2pPr marL="914400" lvl="1" indent="-228600">
              <a:spcBef>
                <a:spcPts val="0"/>
              </a:spcBef>
              <a:spcAft>
                <a:spcPts val="0"/>
              </a:spcAft>
              <a:buSzPts val="1400"/>
              <a:buNone/>
              <a:defRPr sz="1800"/>
            </a:lvl2pPr>
            <a:lvl3pPr marL="1371600" lvl="2" indent="-228600">
              <a:spcBef>
                <a:spcPts val="0"/>
              </a:spcBef>
              <a:spcAft>
                <a:spcPts val="0"/>
              </a:spcAft>
              <a:buSzPts val="1400"/>
              <a:buNone/>
              <a:defRPr sz="1800"/>
            </a:lvl3pPr>
            <a:lvl4pPr marL="1828800" lvl="3" indent="-228600">
              <a:spcBef>
                <a:spcPts val="0"/>
              </a:spcBef>
              <a:spcAft>
                <a:spcPts val="0"/>
              </a:spcAft>
              <a:buSzPts val="1400"/>
              <a:buNone/>
              <a:defRPr sz="1800"/>
            </a:lvl4pPr>
            <a:lvl5pPr marL="2286000" lvl="4" indent="-228600">
              <a:spcBef>
                <a:spcPts val="0"/>
              </a:spcBef>
              <a:spcAft>
                <a:spcPts val="0"/>
              </a:spcAft>
              <a:buSzPts val="1400"/>
              <a:buNone/>
              <a:defRPr sz="1800"/>
            </a:lvl5pPr>
            <a:lvl6pPr marL="2743200" lvl="5" indent="-228600">
              <a:spcBef>
                <a:spcPts val="0"/>
              </a:spcBef>
              <a:spcAft>
                <a:spcPts val="0"/>
              </a:spcAft>
              <a:buSzPts val="1400"/>
              <a:buNone/>
              <a:defRPr sz="1800"/>
            </a:lvl6pPr>
            <a:lvl7pPr marL="3200400" lvl="6" indent="-228600">
              <a:spcBef>
                <a:spcPts val="0"/>
              </a:spcBef>
              <a:spcAft>
                <a:spcPts val="0"/>
              </a:spcAft>
              <a:buSzPts val="1400"/>
              <a:buNone/>
              <a:defRPr sz="1800"/>
            </a:lvl7pPr>
            <a:lvl8pPr marL="3657600" lvl="7" indent="-228600">
              <a:spcBef>
                <a:spcPts val="0"/>
              </a:spcBef>
              <a:spcAft>
                <a:spcPts val="0"/>
              </a:spcAft>
              <a:buSzPts val="1400"/>
              <a:buNone/>
              <a:defRPr sz="1800"/>
            </a:lvl8pPr>
            <a:lvl9pPr marL="4114800" lvl="8" indent="-228600">
              <a:spcBef>
                <a:spcPts val="0"/>
              </a:spcBef>
              <a:spcAft>
                <a:spcPts val="0"/>
              </a:spcAft>
              <a:buSzPts val="1400"/>
              <a:buNone/>
              <a:defRPr sz="1800"/>
            </a:lvl9pPr>
          </a:lstStyle>
          <a:p>
            <a:endParaRPr/>
          </a:p>
        </p:txBody>
      </p:sp>
      <p:sp>
        <p:nvSpPr>
          <p:cNvPr id="258" name="Google Shape;258;p29"/>
          <p:cNvSpPr txBox="1">
            <a:spLocks noGrp="1"/>
          </p:cNvSpPr>
          <p:nvPr>
            <p:ph type="body" idx="2"/>
          </p:nvPr>
        </p:nvSpPr>
        <p:spPr>
          <a:xfrm>
            <a:off x="5406480" y="3968640"/>
            <a:ext cx="1445040" cy="2044080"/>
          </a:xfrm>
          <a:prstGeom prst="rect">
            <a:avLst/>
          </a:prstGeom>
          <a:noFill/>
          <a:ln>
            <a:noFill/>
          </a:ln>
        </p:spPr>
        <p:txBody>
          <a:bodyPr spcFirstLastPara="1" wrap="square" lIns="91425" tIns="45700" rIns="91425" bIns="45700" anchor="ctr" anchorCtr="0">
            <a:noAutofit/>
          </a:bodyPr>
          <a:lstStyle>
            <a:lvl1pPr marL="457200" lvl="0" indent="-228600">
              <a:spcBef>
                <a:spcPts val="0"/>
              </a:spcBef>
              <a:spcAft>
                <a:spcPts val="0"/>
              </a:spcAft>
              <a:buSzPts val="1400"/>
              <a:buNone/>
              <a:defRPr sz="1800"/>
            </a:lvl1pPr>
            <a:lvl2pPr marL="914400" lvl="1" indent="-228600">
              <a:spcBef>
                <a:spcPts val="0"/>
              </a:spcBef>
              <a:spcAft>
                <a:spcPts val="0"/>
              </a:spcAft>
              <a:buSzPts val="1400"/>
              <a:buNone/>
              <a:defRPr sz="1800"/>
            </a:lvl2pPr>
            <a:lvl3pPr marL="1371600" lvl="2" indent="-228600">
              <a:spcBef>
                <a:spcPts val="0"/>
              </a:spcBef>
              <a:spcAft>
                <a:spcPts val="0"/>
              </a:spcAft>
              <a:buSzPts val="1400"/>
              <a:buNone/>
              <a:defRPr sz="1800"/>
            </a:lvl3pPr>
            <a:lvl4pPr marL="1828800" lvl="3" indent="-228600">
              <a:spcBef>
                <a:spcPts val="0"/>
              </a:spcBef>
              <a:spcAft>
                <a:spcPts val="0"/>
              </a:spcAft>
              <a:buSzPts val="1400"/>
              <a:buNone/>
              <a:defRPr sz="1800"/>
            </a:lvl4pPr>
            <a:lvl5pPr marL="2286000" lvl="4" indent="-228600">
              <a:spcBef>
                <a:spcPts val="0"/>
              </a:spcBef>
              <a:spcAft>
                <a:spcPts val="0"/>
              </a:spcAft>
              <a:buSzPts val="1400"/>
              <a:buNone/>
              <a:defRPr sz="1800"/>
            </a:lvl5pPr>
            <a:lvl6pPr marL="2743200" lvl="5" indent="-228600">
              <a:spcBef>
                <a:spcPts val="0"/>
              </a:spcBef>
              <a:spcAft>
                <a:spcPts val="0"/>
              </a:spcAft>
              <a:buSzPts val="1400"/>
              <a:buNone/>
              <a:defRPr sz="1800"/>
            </a:lvl6pPr>
            <a:lvl7pPr marL="3200400" lvl="6" indent="-228600">
              <a:spcBef>
                <a:spcPts val="0"/>
              </a:spcBef>
              <a:spcAft>
                <a:spcPts val="0"/>
              </a:spcAft>
              <a:buSzPts val="1400"/>
              <a:buNone/>
              <a:defRPr sz="1800"/>
            </a:lvl7pPr>
            <a:lvl8pPr marL="3657600" lvl="7" indent="-228600">
              <a:spcBef>
                <a:spcPts val="0"/>
              </a:spcBef>
              <a:spcAft>
                <a:spcPts val="0"/>
              </a:spcAft>
              <a:buSzPts val="1400"/>
              <a:buNone/>
              <a:defRPr sz="1800"/>
            </a:lvl8pPr>
            <a:lvl9pPr marL="4114800" lvl="8" indent="-228600">
              <a:spcBef>
                <a:spcPts val="0"/>
              </a:spcBef>
              <a:spcAft>
                <a:spcPts val="0"/>
              </a:spcAft>
              <a:buSzPts val="1400"/>
              <a:buNone/>
              <a:defRPr sz="1800"/>
            </a:lvl9pPr>
          </a:lstStyle>
          <a:p>
            <a:endParaRPr/>
          </a:p>
        </p:txBody>
      </p:sp>
      <p:sp>
        <p:nvSpPr>
          <p:cNvPr id="259" name="Google Shape;259;p29"/>
          <p:cNvSpPr txBox="1">
            <a:spLocks noGrp="1"/>
          </p:cNvSpPr>
          <p:nvPr>
            <p:ph type="body" idx="3"/>
          </p:nvPr>
        </p:nvSpPr>
        <p:spPr>
          <a:xfrm>
            <a:off x="7161480" y="3968640"/>
            <a:ext cx="1445040" cy="2044080"/>
          </a:xfrm>
          <a:prstGeom prst="rect">
            <a:avLst/>
          </a:prstGeom>
          <a:noFill/>
          <a:ln>
            <a:noFill/>
          </a:ln>
        </p:spPr>
        <p:txBody>
          <a:bodyPr spcFirstLastPara="1" wrap="square" lIns="91425" tIns="45700" rIns="91425" bIns="45700" anchor="ctr" anchorCtr="0">
            <a:noAutofit/>
          </a:bodyPr>
          <a:lstStyle>
            <a:lvl1pPr marL="457200" lvl="0" indent="-228600">
              <a:spcBef>
                <a:spcPts val="0"/>
              </a:spcBef>
              <a:spcAft>
                <a:spcPts val="0"/>
              </a:spcAft>
              <a:buSzPts val="1400"/>
              <a:buNone/>
              <a:defRPr sz="1800"/>
            </a:lvl1pPr>
            <a:lvl2pPr marL="914400" lvl="1" indent="-228600">
              <a:spcBef>
                <a:spcPts val="0"/>
              </a:spcBef>
              <a:spcAft>
                <a:spcPts val="0"/>
              </a:spcAft>
              <a:buSzPts val="1400"/>
              <a:buNone/>
              <a:defRPr sz="1800"/>
            </a:lvl2pPr>
            <a:lvl3pPr marL="1371600" lvl="2" indent="-228600">
              <a:spcBef>
                <a:spcPts val="0"/>
              </a:spcBef>
              <a:spcAft>
                <a:spcPts val="0"/>
              </a:spcAft>
              <a:buSzPts val="1400"/>
              <a:buNone/>
              <a:defRPr sz="1800"/>
            </a:lvl3pPr>
            <a:lvl4pPr marL="1828800" lvl="3" indent="-228600">
              <a:spcBef>
                <a:spcPts val="0"/>
              </a:spcBef>
              <a:spcAft>
                <a:spcPts val="0"/>
              </a:spcAft>
              <a:buSzPts val="1400"/>
              <a:buNone/>
              <a:defRPr sz="1800"/>
            </a:lvl4pPr>
            <a:lvl5pPr marL="2286000" lvl="4" indent="-228600">
              <a:spcBef>
                <a:spcPts val="0"/>
              </a:spcBef>
              <a:spcAft>
                <a:spcPts val="0"/>
              </a:spcAft>
              <a:buSzPts val="1400"/>
              <a:buNone/>
              <a:defRPr sz="1800"/>
            </a:lvl5pPr>
            <a:lvl6pPr marL="2743200" lvl="5" indent="-228600">
              <a:spcBef>
                <a:spcPts val="0"/>
              </a:spcBef>
              <a:spcAft>
                <a:spcPts val="0"/>
              </a:spcAft>
              <a:buSzPts val="1400"/>
              <a:buNone/>
              <a:defRPr sz="1800"/>
            </a:lvl6pPr>
            <a:lvl7pPr marL="3200400" lvl="6" indent="-228600">
              <a:spcBef>
                <a:spcPts val="0"/>
              </a:spcBef>
              <a:spcAft>
                <a:spcPts val="0"/>
              </a:spcAft>
              <a:buSzPts val="1400"/>
              <a:buNone/>
              <a:defRPr sz="1800"/>
            </a:lvl7pPr>
            <a:lvl8pPr marL="3657600" lvl="7" indent="-228600">
              <a:spcBef>
                <a:spcPts val="0"/>
              </a:spcBef>
              <a:spcAft>
                <a:spcPts val="0"/>
              </a:spcAft>
              <a:buSzPts val="1400"/>
              <a:buNone/>
              <a:defRPr sz="1800"/>
            </a:lvl8pPr>
            <a:lvl9pPr marL="4114800" lvl="8" indent="-228600">
              <a:spcBef>
                <a:spcPts val="0"/>
              </a:spcBef>
              <a:spcAft>
                <a:spcPts val="0"/>
              </a:spcAft>
              <a:buSzPts val="1400"/>
              <a:buNone/>
              <a:defRPr sz="1800"/>
            </a:lvl9pPr>
          </a:lstStyle>
          <a:p>
            <a:endParaRPr/>
          </a:p>
        </p:txBody>
      </p:sp>
      <p:sp>
        <p:nvSpPr>
          <p:cNvPr id="260" name="Google Shape;260;p29"/>
          <p:cNvSpPr txBox="1">
            <a:spLocks noGrp="1"/>
          </p:cNvSpPr>
          <p:nvPr>
            <p:ph type="body" idx="4"/>
          </p:nvPr>
        </p:nvSpPr>
        <p:spPr>
          <a:xfrm>
            <a:off x="8904240" y="1606680"/>
            <a:ext cx="2080440" cy="4406040"/>
          </a:xfrm>
          <a:prstGeom prst="rect">
            <a:avLst/>
          </a:prstGeom>
          <a:noFill/>
          <a:ln>
            <a:noFill/>
          </a:ln>
        </p:spPr>
        <p:txBody>
          <a:bodyPr spcFirstLastPara="1" wrap="square" lIns="91425" tIns="45700" rIns="91425" bIns="45700" anchor="ctr" anchorCtr="0">
            <a:noAutofit/>
          </a:bodyPr>
          <a:lstStyle>
            <a:lvl1pPr marL="457200" lvl="0" indent="-228600">
              <a:spcBef>
                <a:spcPts val="0"/>
              </a:spcBef>
              <a:spcAft>
                <a:spcPts val="0"/>
              </a:spcAft>
              <a:buSzPts val="1400"/>
              <a:buNone/>
              <a:defRPr sz="1800"/>
            </a:lvl1pPr>
            <a:lvl2pPr marL="914400" lvl="1" indent="-228600">
              <a:spcBef>
                <a:spcPts val="0"/>
              </a:spcBef>
              <a:spcAft>
                <a:spcPts val="0"/>
              </a:spcAft>
              <a:buSzPts val="1400"/>
              <a:buNone/>
              <a:defRPr sz="1800"/>
            </a:lvl2pPr>
            <a:lvl3pPr marL="1371600" lvl="2" indent="-228600">
              <a:spcBef>
                <a:spcPts val="0"/>
              </a:spcBef>
              <a:spcAft>
                <a:spcPts val="0"/>
              </a:spcAft>
              <a:buSzPts val="1400"/>
              <a:buNone/>
              <a:defRPr sz="1800"/>
            </a:lvl3pPr>
            <a:lvl4pPr marL="1828800" lvl="3" indent="-228600">
              <a:spcBef>
                <a:spcPts val="0"/>
              </a:spcBef>
              <a:spcAft>
                <a:spcPts val="0"/>
              </a:spcAft>
              <a:buSzPts val="1400"/>
              <a:buNone/>
              <a:defRPr sz="1800"/>
            </a:lvl4pPr>
            <a:lvl5pPr marL="2286000" lvl="4" indent="-228600">
              <a:spcBef>
                <a:spcPts val="0"/>
              </a:spcBef>
              <a:spcAft>
                <a:spcPts val="0"/>
              </a:spcAft>
              <a:buSzPts val="1400"/>
              <a:buNone/>
              <a:defRPr sz="1800"/>
            </a:lvl5pPr>
            <a:lvl6pPr marL="2743200" lvl="5" indent="-228600">
              <a:spcBef>
                <a:spcPts val="0"/>
              </a:spcBef>
              <a:spcAft>
                <a:spcPts val="0"/>
              </a:spcAft>
              <a:buSzPts val="1400"/>
              <a:buNone/>
              <a:defRPr sz="1800"/>
            </a:lvl6pPr>
            <a:lvl7pPr marL="3200400" lvl="6" indent="-228600">
              <a:spcBef>
                <a:spcPts val="0"/>
              </a:spcBef>
              <a:spcAft>
                <a:spcPts val="0"/>
              </a:spcAft>
              <a:buSzPts val="1400"/>
              <a:buNone/>
              <a:defRPr sz="1800"/>
            </a:lvl7pPr>
            <a:lvl8pPr marL="3657600" lvl="7" indent="-228600">
              <a:spcBef>
                <a:spcPts val="0"/>
              </a:spcBef>
              <a:spcAft>
                <a:spcPts val="0"/>
              </a:spcAft>
              <a:buSzPts val="1400"/>
              <a:buNone/>
              <a:defRPr sz="1800"/>
            </a:lvl8pPr>
            <a:lvl9pPr marL="4114800" lvl="8" indent="-228600">
              <a:spcBef>
                <a:spcPts val="0"/>
              </a:spcBef>
              <a:spcAft>
                <a:spcPts val="0"/>
              </a:spcAft>
              <a:buSzPts val="1400"/>
              <a:buNone/>
              <a:defRPr sz="1800"/>
            </a:lvl9pPr>
          </a:lstStyle>
          <a:p>
            <a:endParaRPr/>
          </a:p>
        </p:txBody>
      </p:sp>
      <p:sp>
        <p:nvSpPr>
          <p:cNvPr id="261" name="Google Shape;261;p29"/>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sz="18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4"/>
        <p:cNvGrpSpPr/>
        <p:nvPr/>
      </p:nvGrpSpPr>
      <p:grpSpPr>
        <a:xfrm>
          <a:off x="0" y="0"/>
          <a:ext cx="0" cy="0"/>
          <a:chOff x="0" y="0"/>
          <a:chExt cx="0" cy="0"/>
        </a:xfrm>
      </p:grpSpPr>
      <p:sp>
        <p:nvSpPr>
          <p:cNvPr id="385" name="Google Shape;385;p33"/>
          <p:cNvSpPr/>
          <p:nvPr/>
        </p:nvSpPr>
        <p:spPr>
          <a:xfrm>
            <a:off x="4317840" y="2971800"/>
            <a:ext cx="3555720" cy="22752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300" b="0" strike="noStrike">
                <a:solidFill>
                  <a:srgbClr val="FFFFFF"/>
                </a:solidFill>
                <a:latin typeface="Microsoft Yahei"/>
                <a:ea typeface="Microsoft Yahei"/>
                <a:cs typeface="Microsoft Yahei"/>
                <a:sym typeface="Microsoft Yahei"/>
              </a:rPr>
              <a:t>感谢您下载包图网平台上提供的PPT作品，为了您和包图网以及原创作者的利益，请勿复制、传播、销售，否则将承担法律责任！包图网将对作品进行维权，按照传播下载次数进行十倍的索取赔偿！</a:t>
            </a:r>
            <a:endParaRPr sz="300" b="0" strike="noStrik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600" b="0" strike="noStrike">
                <a:solidFill>
                  <a:srgbClr val="FFFFFF"/>
                </a:solidFill>
                <a:latin typeface="Microsoft Yahei"/>
                <a:ea typeface="Microsoft Yahei"/>
                <a:cs typeface="Microsoft Yahei"/>
                <a:sym typeface="Microsoft Yahei"/>
              </a:rPr>
              <a:t>ibaotu.com</a:t>
            </a:r>
            <a:endParaRPr sz="600" b="0" strike="noStrike">
              <a:solidFill>
                <a:schemeClr val="dk1"/>
              </a:solidFill>
              <a:latin typeface="Arial"/>
              <a:ea typeface="Arial"/>
              <a:cs typeface="Arial"/>
              <a:sym typeface="Arial"/>
            </a:endParaRPr>
          </a:p>
        </p:txBody>
      </p:sp>
      <p:grpSp>
        <p:nvGrpSpPr>
          <p:cNvPr id="386" name="Google Shape;386;p33"/>
          <p:cNvGrpSpPr/>
          <p:nvPr/>
        </p:nvGrpSpPr>
        <p:grpSpPr>
          <a:xfrm>
            <a:off x="0" y="379800"/>
            <a:ext cx="1946160" cy="553320"/>
            <a:chOff x="0" y="379800"/>
            <a:chExt cx="1946160" cy="553320"/>
          </a:xfrm>
        </p:grpSpPr>
        <p:sp>
          <p:nvSpPr>
            <p:cNvPr id="387" name="Google Shape;387;p33"/>
            <p:cNvSpPr/>
            <p:nvPr/>
          </p:nvSpPr>
          <p:spPr>
            <a:xfrm>
              <a:off x="0" y="379800"/>
              <a:ext cx="1946160" cy="553320"/>
            </a:xfrm>
            <a:prstGeom prst="homePlate">
              <a:avLst>
                <a:gd name="adj" fmla="val 23896"/>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3"/>
            <p:cNvSpPr/>
            <p:nvPr/>
          </p:nvSpPr>
          <p:spPr>
            <a:xfrm>
              <a:off x="0" y="656640"/>
              <a:ext cx="1946160" cy="276480"/>
            </a:xfrm>
            <a:custGeom>
              <a:avLst/>
              <a:gdLst/>
              <a:ahLst/>
              <a:cxnLst/>
              <a:rect l="l" t="t" r="r" b="b"/>
              <a:pathLst>
                <a:path w="3686629" h="714829" extrusionOk="0">
                  <a:moveTo>
                    <a:pt x="0" y="0"/>
                  </a:moveTo>
                  <a:lnTo>
                    <a:pt x="3686629" y="0"/>
                  </a:lnTo>
                  <a:lnTo>
                    <a:pt x="3435202" y="714829"/>
                  </a:lnTo>
                  <a:lnTo>
                    <a:pt x="0" y="714829"/>
                  </a:lnTo>
                  <a:lnTo>
                    <a:pt x="0" y="0"/>
                  </a:lnTo>
                  <a:close/>
                </a:path>
              </a:pathLst>
            </a:custGeom>
            <a:solidFill>
              <a:srgbClr val="C21227"/>
            </a:solidFill>
            <a:ln>
              <a:noFill/>
            </a:ln>
          </p:spPr>
        </p:sp>
        <p:sp>
          <p:nvSpPr>
            <p:cNvPr id="389" name="Google Shape;389;p33"/>
            <p:cNvSpPr/>
            <p:nvPr/>
          </p:nvSpPr>
          <p:spPr>
            <a:xfrm>
              <a:off x="1362960" y="432000"/>
              <a:ext cx="521280" cy="449280"/>
            </a:xfrm>
            <a:prstGeom prst="hexagon">
              <a:avLst>
                <a:gd name="adj" fmla="val 25000"/>
                <a:gd name="vf" fmla="val 11547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3"/>
            <p:cNvSpPr/>
            <p:nvPr/>
          </p:nvSpPr>
          <p:spPr>
            <a:xfrm>
              <a:off x="1499040" y="542520"/>
              <a:ext cx="248760" cy="229320"/>
            </a:xfrm>
            <a:custGeom>
              <a:avLst/>
              <a:gdLst/>
              <a:ahLst/>
              <a:cxnLst/>
              <a:rect l="l" t="t" r="r" b="b"/>
              <a:pathLst>
                <a:path w="578320" h="533197" extrusionOk="0">
                  <a:moveTo>
                    <a:pt x="469488" y="312166"/>
                  </a:moveTo>
                  <a:cubicBezTo>
                    <a:pt x="499002" y="312166"/>
                    <a:pt x="523904" y="335190"/>
                    <a:pt x="523904" y="363740"/>
                  </a:cubicBezTo>
                  <a:lnTo>
                    <a:pt x="523904" y="376634"/>
                  </a:lnTo>
                  <a:cubicBezTo>
                    <a:pt x="523904" y="376634"/>
                    <a:pt x="529438" y="381238"/>
                    <a:pt x="527594" y="391369"/>
                  </a:cubicBezTo>
                  <a:cubicBezTo>
                    <a:pt x="526671" y="404262"/>
                    <a:pt x="512837" y="411630"/>
                    <a:pt x="512837" y="411630"/>
                  </a:cubicBezTo>
                  <a:cubicBezTo>
                    <a:pt x="512837" y="411630"/>
                    <a:pt x="509147" y="430970"/>
                    <a:pt x="498080" y="440180"/>
                  </a:cubicBezTo>
                  <a:cubicBezTo>
                    <a:pt x="494391" y="467809"/>
                    <a:pt x="513759" y="470572"/>
                    <a:pt x="529438" y="475176"/>
                  </a:cubicBezTo>
                  <a:cubicBezTo>
                    <a:pt x="555263" y="483465"/>
                    <a:pt x="578320" y="485307"/>
                    <a:pt x="578320" y="518462"/>
                  </a:cubicBezTo>
                  <a:cubicBezTo>
                    <a:pt x="578320" y="525829"/>
                    <a:pt x="543273" y="532276"/>
                    <a:pt x="485168" y="533197"/>
                  </a:cubicBezTo>
                  <a:lnTo>
                    <a:pt x="477789" y="486228"/>
                  </a:lnTo>
                  <a:lnTo>
                    <a:pt x="481478" y="479781"/>
                  </a:lnTo>
                  <a:cubicBezTo>
                    <a:pt x="481478" y="478860"/>
                    <a:pt x="481478" y="477939"/>
                    <a:pt x="480556" y="477939"/>
                  </a:cubicBezTo>
                  <a:lnTo>
                    <a:pt x="471333" y="466888"/>
                  </a:lnTo>
                  <a:cubicBezTo>
                    <a:pt x="470411" y="465967"/>
                    <a:pt x="468566" y="465967"/>
                    <a:pt x="467644" y="466888"/>
                  </a:cubicBezTo>
                  <a:lnTo>
                    <a:pt x="458421" y="477939"/>
                  </a:lnTo>
                  <a:cubicBezTo>
                    <a:pt x="457499" y="477939"/>
                    <a:pt x="457499" y="478860"/>
                    <a:pt x="458421" y="479781"/>
                  </a:cubicBezTo>
                  <a:lnTo>
                    <a:pt x="462110" y="486228"/>
                  </a:lnTo>
                  <a:lnTo>
                    <a:pt x="454732" y="533197"/>
                  </a:lnTo>
                  <a:cubicBezTo>
                    <a:pt x="396627" y="532276"/>
                    <a:pt x="361579" y="525829"/>
                    <a:pt x="361579" y="518462"/>
                  </a:cubicBezTo>
                  <a:cubicBezTo>
                    <a:pt x="361579" y="485307"/>
                    <a:pt x="384637" y="483465"/>
                    <a:pt x="409539" y="475176"/>
                  </a:cubicBezTo>
                  <a:cubicBezTo>
                    <a:pt x="425218" y="470572"/>
                    <a:pt x="444586" y="466888"/>
                    <a:pt x="440897" y="440180"/>
                  </a:cubicBezTo>
                  <a:cubicBezTo>
                    <a:pt x="430752" y="430970"/>
                    <a:pt x="427063" y="411630"/>
                    <a:pt x="427063" y="411630"/>
                  </a:cubicBezTo>
                  <a:cubicBezTo>
                    <a:pt x="427063" y="411630"/>
                    <a:pt x="413228" y="404262"/>
                    <a:pt x="411383" y="391369"/>
                  </a:cubicBezTo>
                  <a:cubicBezTo>
                    <a:pt x="410461" y="381238"/>
                    <a:pt x="415995" y="376634"/>
                    <a:pt x="415995" y="376634"/>
                  </a:cubicBezTo>
                  <a:lnTo>
                    <a:pt x="415995" y="363740"/>
                  </a:lnTo>
                  <a:cubicBezTo>
                    <a:pt x="415995" y="335190"/>
                    <a:pt x="439975" y="312166"/>
                    <a:pt x="469488" y="312166"/>
                  </a:cubicBezTo>
                  <a:close/>
                  <a:moveTo>
                    <a:pt x="107909" y="312166"/>
                  </a:moveTo>
                  <a:cubicBezTo>
                    <a:pt x="138345" y="312166"/>
                    <a:pt x="162325" y="335190"/>
                    <a:pt x="162325" y="363740"/>
                  </a:cubicBezTo>
                  <a:lnTo>
                    <a:pt x="162325" y="376634"/>
                  </a:lnTo>
                  <a:cubicBezTo>
                    <a:pt x="162325" y="376634"/>
                    <a:pt x="167859" y="381238"/>
                    <a:pt x="166937" y="391369"/>
                  </a:cubicBezTo>
                  <a:cubicBezTo>
                    <a:pt x="165092" y="404262"/>
                    <a:pt x="151257" y="411630"/>
                    <a:pt x="151257" y="411630"/>
                  </a:cubicBezTo>
                  <a:cubicBezTo>
                    <a:pt x="151257" y="411630"/>
                    <a:pt x="147568" y="430970"/>
                    <a:pt x="137423" y="440180"/>
                  </a:cubicBezTo>
                  <a:cubicBezTo>
                    <a:pt x="132811" y="467809"/>
                    <a:pt x="152180" y="470572"/>
                    <a:pt x="167859" y="475176"/>
                  </a:cubicBezTo>
                  <a:cubicBezTo>
                    <a:pt x="193684" y="483465"/>
                    <a:pt x="216741" y="485307"/>
                    <a:pt x="216741" y="518462"/>
                  </a:cubicBezTo>
                  <a:cubicBezTo>
                    <a:pt x="216741" y="525829"/>
                    <a:pt x="181693" y="532276"/>
                    <a:pt x="123588" y="533197"/>
                  </a:cubicBezTo>
                  <a:lnTo>
                    <a:pt x="116210" y="486228"/>
                  </a:lnTo>
                  <a:lnTo>
                    <a:pt x="119899" y="479781"/>
                  </a:lnTo>
                  <a:cubicBezTo>
                    <a:pt x="120821" y="478860"/>
                    <a:pt x="119899" y="477939"/>
                    <a:pt x="119899" y="477939"/>
                  </a:cubicBezTo>
                  <a:lnTo>
                    <a:pt x="109754" y="466888"/>
                  </a:lnTo>
                  <a:cubicBezTo>
                    <a:pt x="108832" y="465967"/>
                    <a:pt x="107909" y="465967"/>
                    <a:pt x="106987" y="466888"/>
                  </a:cubicBezTo>
                  <a:lnTo>
                    <a:pt x="96842" y="477939"/>
                  </a:lnTo>
                  <a:cubicBezTo>
                    <a:pt x="96842" y="477939"/>
                    <a:pt x="95919" y="478860"/>
                    <a:pt x="96842" y="479781"/>
                  </a:cubicBezTo>
                  <a:lnTo>
                    <a:pt x="100531" y="486228"/>
                  </a:lnTo>
                  <a:lnTo>
                    <a:pt x="93152" y="533197"/>
                  </a:lnTo>
                  <a:cubicBezTo>
                    <a:pt x="35047" y="532276"/>
                    <a:pt x="0" y="525829"/>
                    <a:pt x="0" y="518462"/>
                  </a:cubicBezTo>
                  <a:cubicBezTo>
                    <a:pt x="0" y="485307"/>
                    <a:pt x="23057" y="483465"/>
                    <a:pt x="48882" y="475176"/>
                  </a:cubicBezTo>
                  <a:cubicBezTo>
                    <a:pt x="64561" y="470572"/>
                    <a:pt x="83929" y="466888"/>
                    <a:pt x="79318" y="440180"/>
                  </a:cubicBezTo>
                  <a:cubicBezTo>
                    <a:pt x="69173" y="430970"/>
                    <a:pt x="65483" y="411630"/>
                    <a:pt x="65483" y="411630"/>
                  </a:cubicBezTo>
                  <a:cubicBezTo>
                    <a:pt x="65483" y="411630"/>
                    <a:pt x="51649" y="404262"/>
                    <a:pt x="49804" y="391369"/>
                  </a:cubicBezTo>
                  <a:cubicBezTo>
                    <a:pt x="48882" y="381238"/>
                    <a:pt x="54416" y="376634"/>
                    <a:pt x="54416" y="376634"/>
                  </a:cubicBezTo>
                  <a:lnTo>
                    <a:pt x="54416" y="363740"/>
                  </a:lnTo>
                  <a:cubicBezTo>
                    <a:pt x="54416" y="335190"/>
                    <a:pt x="78396" y="312166"/>
                    <a:pt x="107909" y="312166"/>
                  </a:cubicBezTo>
                  <a:close/>
                  <a:moveTo>
                    <a:pt x="288717" y="237601"/>
                  </a:moveTo>
                  <a:cubicBezTo>
                    <a:pt x="297024" y="237601"/>
                    <a:pt x="303485" y="244048"/>
                    <a:pt x="303485" y="252338"/>
                  </a:cubicBezTo>
                  <a:lnTo>
                    <a:pt x="303485" y="331547"/>
                  </a:lnTo>
                  <a:lnTo>
                    <a:pt x="384708" y="398782"/>
                  </a:lnTo>
                  <a:cubicBezTo>
                    <a:pt x="390246" y="403387"/>
                    <a:pt x="391169" y="412598"/>
                    <a:pt x="386554" y="419045"/>
                  </a:cubicBezTo>
                  <a:cubicBezTo>
                    <a:pt x="383785" y="421808"/>
                    <a:pt x="379170" y="423650"/>
                    <a:pt x="375478" y="423650"/>
                  </a:cubicBezTo>
                  <a:cubicBezTo>
                    <a:pt x="371786" y="423650"/>
                    <a:pt x="369017" y="422729"/>
                    <a:pt x="366248" y="420887"/>
                  </a:cubicBezTo>
                  <a:lnTo>
                    <a:pt x="288717" y="356415"/>
                  </a:lnTo>
                  <a:lnTo>
                    <a:pt x="212108" y="420887"/>
                  </a:lnTo>
                  <a:cubicBezTo>
                    <a:pt x="205647" y="425492"/>
                    <a:pt x="196417" y="424571"/>
                    <a:pt x="191802" y="419045"/>
                  </a:cubicBezTo>
                  <a:cubicBezTo>
                    <a:pt x="186264" y="412598"/>
                    <a:pt x="187187" y="403387"/>
                    <a:pt x="193648" y="398782"/>
                  </a:cubicBezTo>
                  <a:lnTo>
                    <a:pt x="274872" y="331547"/>
                  </a:lnTo>
                  <a:lnTo>
                    <a:pt x="274872" y="252338"/>
                  </a:lnTo>
                  <a:cubicBezTo>
                    <a:pt x="274872" y="244048"/>
                    <a:pt x="281333" y="237601"/>
                    <a:pt x="288717" y="237601"/>
                  </a:cubicBezTo>
                  <a:close/>
                  <a:moveTo>
                    <a:pt x="288699" y="0"/>
                  </a:moveTo>
                  <a:cubicBezTo>
                    <a:pt x="318213" y="0"/>
                    <a:pt x="343115" y="22103"/>
                    <a:pt x="343115" y="50653"/>
                  </a:cubicBezTo>
                  <a:lnTo>
                    <a:pt x="343115" y="63546"/>
                  </a:lnTo>
                  <a:cubicBezTo>
                    <a:pt x="343115" y="63546"/>
                    <a:pt x="348649" y="68151"/>
                    <a:pt x="346805" y="78282"/>
                  </a:cubicBezTo>
                  <a:cubicBezTo>
                    <a:pt x="345882" y="92096"/>
                    <a:pt x="332048" y="98543"/>
                    <a:pt x="332048" y="98543"/>
                  </a:cubicBezTo>
                  <a:cubicBezTo>
                    <a:pt x="332048" y="98543"/>
                    <a:pt x="328358" y="117883"/>
                    <a:pt x="318213" y="127093"/>
                  </a:cubicBezTo>
                  <a:cubicBezTo>
                    <a:pt x="313602" y="154722"/>
                    <a:pt x="332970" y="157484"/>
                    <a:pt x="348649" y="163010"/>
                  </a:cubicBezTo>
                  <a:cubicBezTo>
                    <a:pt x="374474" y="171299"/>
                    <a:pt x="397531" y="172220"/>
                    <a:pt x="397531" y="206295"/>
                  </a:cubicBezTo>
                  <a:cubicBezTo>
                    <a:pt x="397531" y="212742"/>
                    <a:pt x="362484" y="219189"/>
                    <a:pt x="304379" y="220110"/>
                  </a:cubicBezTo>
                  <a:lnTo>
                    <a:pt x="297000" y="173141"/>
                  </a:lnTo>
                  <a:lnTo>
                    <a:pt x="300689" y="167615"/>
                  </a:lnTo>
                  <a:cubicBezTo>
                    <a:pt x="300689" y="166694"/>
                    <a:pt x="300689" y="165773"/>
                    <a:pt x="300689" y="164852"/>
                  </a:cubicBezTo>
                  <a:lnTo>
                    <a:pt x="290544" y="154722"/>
                  </a:lnTo>
                  <a:cubicBezTo>
                    <a:pt x="289622" y="153801"/>
                    <a:pt x="287777" y="153801"/>
                    <a:pt x="287777" y="154722"/>
                  </a:cubicBezTo>
                  <a:lnTo>
                    <a:pt x="277632" y="164852"/>
                  </a:lnTo>
                  <a:cubicBezTo>
                    <a:pt x="276710" y="165773"/>
                    <a:pt x="276710" y="166694"/>
                    <a:pt x="277632" y="167615"/>
                  </a:cubicBezTo>
                  <a:lnTo>
                    <a:pt x="281321" y="173141"/>
                  </a:lnTo>
                  <a:lnTo>
                    <a:pt x="273943" y="221031"/>
                  </a:lnTo>
                  <a:cubicBezTo>
                    <a:pt x="215838" y="219189"/>
                    <a:pt x="180790" y="212742"/>
                    <a:pt x="180790" y="206295"/>
                  </a:cubicBezTo>
                  <a:cubicBezTo>
                    <a:pt x="180790" y="172220"/>
                    <a:pt x="203848" y="171299"/>
                    <a:pt x="228750" y="163010"/>
                  </a:cubicBezTo>
                  <a:cubicBezTo>
                    <a:pt x="244429" y="157484"/>
                    <a:pt x="264720" y="154722"/>
                    <a:pt x="260108" y="127093"/>
                  </a:cubicBezTo>
                  <a:cubicBezTo>
                    <a:pt x="249963" y="117883"/>
                    <a:pt x="246274" y="98543"/>
                    <a:pt x="246274" y="98543"/>
                  </a:cubicBezTo>
                  <a:cubicBezTo>
                    <a:pt x="246274" y="98543"/>
                    <a:pt x="232439" y="92096"/>
                    <a:pt x="230594" y="78282"/>
                  </a:cubicBezTo>
                  <a:cubicBezTo>
                    <a:pt x="229672" y="68151"/>
                    <a:pt x="235206" y="63546"/>
                    <a:pt x="235206" y="63546"/>
                  </a:cubicBezTo>
                  <a:lnTo>
                    <a:pt x="235206" y="50653"/>
                  </a:lnTo>
                  <a:cubicBezTo>
                    <a:pt x="235206" y="22103"/>
                    <a:pt x="259186" y="0"/>
                    <a:pt x="2886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1" name="Google Shape;391;p33"/>
          <p:cNvGrpSpPr/>
          <p:nvPr/>
        </p:nvGrpSpPr>
        <p:grpSpPr>
          <a:xfrm>
            <a:off x="0" y="379440"/>
            <a:ext cx="1123200" cy="553680"/>
            <a:chOff x="0" y="379440"/>
            <a:chExt cx="1123200" cy="553680"/>
          </a:xfrm>
        </p:grpSpPr>
        <p:grpSp>
          <p:nvGrpSpPr>
            <p:cNvPr id="392" name="Google Shape;392;p33"/>
            <p:cNvGrpSpPr/>
            <p:nvPr/>
          </p:nvGrpSpPr>
          <p:grpSpPr>
            <a:xfrm>
              <a:off x="0" y="379440"/>
              <a:ext cx="481320" cy="553680"/>
              <a:chOff x="0" y="379440"/>
              <a:chExt cx="481320" cy="553680"/>
            </a:xfrm>
          </p:grpSpPr>
          <p:sp>
            <p:nvSpPr>
              <p:cNvPr id="393" name="Google Shape;393;p33"/>
              <p:cNvSpPr/>
              <p:nvPr/>
            </p:nvSpPr>
            <p:spPr>
              <a:xfrm rot="10800000" flipH="1">
                <a:off x="360" y="379440"/>
                <a:ext cx="320760" cy="276480"/>
              </a:xfrm>
              <a:prstGeom prst="triangle">
                <a:avLst>
                  <a:gd name="adj" fmla="val 50000"/>
                </a:avLst>
              </a:prstGeom>
              <a:solidFill>
                <a:srgbClr val="EB19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3"/>
              <p:cNvSpPr/>
              <p:nvPr/>
            </p:nvSpPr>
            <p:spPr>
              <a:xfrm>
                <a:off x="160560" y="379800"/>
                <a:ext cx="320760" cy="276480"/>
              </a:xfrm>
              <a:prstGeom prst="triangle">
                <a:avLst>
                  <a:gd name="adj" fmla="val 50000"/>
                </a:avLst>
              </a:prstGeom>
              <a:solidFill>
                <a:srgbClr val="C21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3"/>
              <p:cNvSpPr/>
              <p:nvPr/>
            </p:nvSpPr>
            <p:spPr>
              <a:xfrm rot="10800000" flipH="1">
                <a:off x="160560" y="656280"/>
                <a:ext cx="320760" cy="276480"/>
              </a:xfrm>
              <a:prstGeom prst="triangle">
                <a:avLst>
                  <a:gd name="adj" fmla="val 50000"/>
                </a:avLst>
              </a:prstGeom>
              <a:solidFill>
                <a:srgbClr val="ED37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3"/>
              <p:cNvSpPr/>
              <p:nvPr/>
            </p:nvSpPr>
            <p:spPr>
              <a:xfrm>
                <a:off x="0" y="656640"/>
                <a:ext cx="320760" cy="276480"/>
              </a:xfrm>
              <a:prstGeom prst="triangle">
                <a:avLst>
                  <a:gd name="adj" fmla="val 50000"/>
                </a:avLst>
              </a:prstGeom>
              <a:solidFill>
                <a:srgbClr val="8800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7" name="Google Shape;397;p33"/>
            <p:cNvSpPr/>
            <p:nvPr/>
          </p:nvSpPr>
          <p:spPr>
            <a:xfrm rot="10800000" flipH="1">
              <a:off x="321120" y="379440"/>
              <a:ext cx="320760" cy="276480"/>
            </a:xfrm>
            <a:prstGeom prst="triangle">
              <a:avLst>
                <a:gd name="adj" fmla="val 50000"/>
              </a:avLst>
            </a:prstGeom>
            <a:solidFill>
              <a:srgbClr val="EB19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3"/>
            <p:cNvSpPr/>
            <p:nvPr/>
          </p:nvSpPr>
          <p:spPr>
            <a:xfrm>
              <a:off x="481680" y="379800"/>
              <a:ext cx="320760" cy="276480"/>
            </a:xfrm>
            <a:prstGeom prst="triangle">
              <a:avLst>
                <a:gd name="adj" fmla="val 50000"/>
              </a:avLst>
            </a:prstGeom>
            <a:solidFill>
              <a:srgbClr val="C21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3"/>
            <p:cNvSpPr/>
            <p:nvPr/>
          </p:nvSpPr>
          <p:spPr>
            <a:xfrm rot="10800000" flipH="1">
              <a:off x="481680" y="656280"/>
              <a:ext cx="320760" cy="276480"/>
            </a:xfrm>
            <a:prstGeom prst="triangle">
              <a:avLst>
                <a:gd name="adj" fmla="val 50000"/>
              </a:avLst>
            </a:prstGeom>
            <a:solidFill>
              <a:srgbClr val="ED37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3"/>
            <p:cNvSpPr/>
            <p:nvPr/>
          </p:nvSpPr>
          <p:spPr>
            <a:xfrm>
              <a:off x="320760" y="656640"/>
              <a:ext cx="320760" cy="276480"/>
            </a:xfrm>
            <a:prstGeom prst="triangle">
              <a:avLst>
                <a:gd name="adj" fmla="val 50000"/>
              </a:avLst>
            </a:prstGeom>
            <a:solidFill>
              <a:srgbClr val="8800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3"/>
            <p:cNvSpPr/>
            <p:nvPr/>
          </p:nvSpPr>
          <p:spPr>
            <a:xfrm rot="10800000" flipH="1">
              <a:off x="642240" y="379440"/>
              <a:ext cx="320760" cy="276480"/>
            </a:xfrm>
            <a:prstGeom prst="triangle">
              <a:avLst>
                <a:gd name="adj" fmla="val 50000"/>
              </a:avLst>
            </a:prstGeom>
            <a:solidFill>
              <a:srgbClr val="EB19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3"/>
            <p:cNvSpPr/>
            <p:nvPr/>
          </p:nvSpPr>
          <p:spPr>
            <a:xfrm>
              <a:off x="802440" y="379800"/>
              <a:ext cx="320760" cy="276480"/>
            </a:xfrm>
            <a:prstGeom prst="triangle">
              <a:avLst>
                <a:gd name="adj" fmla="val 50000"/>
              </a:avLst>
            </a:prstGeom>
            <a:solidFill>
              <a:srgbClr val="C21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3"/>
            <p:cNvSpPr/>
            <p:nvPr/>
          </p:nvSpPr>
          <p:spPr>
            <a:xfrm rot="10800000" flipH="1">
              <a:off x="802440" y="656280"/>
              <a:ext cx="320760" cy="276480"/>
            </a:xfrm>
            <a:prstGeom prst="triangle">
              <a:avLst>
                <a:gd name="adj" fmla="val 50000"/>
              </a:avLst>
            </a:prstGeom>
            <a:solidFill>
              <a:srgbClr val="ED37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3"/>
            <p:cNvSpPr/>
            <p:nvPr/>
          </p:nvSpPr>
          <p:spPr>
            <a:xfrm>
              <a:off x="641880" y="656640"/>
              <a:ext cx="320760" cy="276480"/>
            </a:xfrm>
            <a:prstGeom prst="triangle">
              <a:avLst>
                <a:gd name="adj" fmla="val 50000"/>
              </a:avLst>
            </a:prstGeom>
            <a:solidFill>
              <a:srgbClr val="8800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5" name="Google Shape;405;p33"/>
          <p:cNvGrpSpPr/>
          <p:nvPr/>
        </p:nvGrpSpPr>
        <p:grpSpPr>
          <a:xfrm>
            <a:off x="0" y="6706080"/>
            <a:ext cx="12191760" cy="150120"/>
            <a:chOff x="0" y="6706080"/>
            <a:chExt cx="12191760" cy="150120"/>
          </a:xfrm>
        </p:grpSpPr>
        <p:sp>
          <p:nvSpPr>
            <p:cNvPr id="406" name="Google Shape;406;p33"/>
            <p:cNvSpPr/>
            <p:nvPr/>
          </p:nvSpPr>
          <p:spPr>
            <a:xfrm>
              <a:off x="0" y="6706080"/>
              <a:ext cx="12191760" cy="15012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3"/>
            <p:cNvSpPr/>
            <p:nvPr/>
          </p:nvSpPr>
          <p:spPr>
            <a:xfrm>
              <a:off x="0" y="6780960"/>
              <a:ext cx="12191760" cy="74880"/>
            </a:xfrm>
            <a:prstGeom prst="rect">
              <a:avLst/>
            </a:prstGeom>
            <a:solidFill>
              <a:srgbClr val="C21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8" name="Google Shape;408;p33"/>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sz="18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09" name="Google Shape;409;p33"/>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lvl="0" indent="-228600">
              <a:spcBef>
                <a:spcPts val="0"/>
              </a:spcBef>
              <a:spcAft>
                <a:spcPts val="0"/>
              </a:spcAft>
              <a:buSzPts val="1400"/>
              <a:buNone/>
              <a:defRPr sz="1800"/>
            </a:lvl1pPr>
            <a:lvl2pPr marL="914400" lvl="1" indent="-228600">
              <a:spcBef>
                <a:spcPts val="0"/>
              </a:spcBef>
              <a:spcAft>
                <a:spcPts val="0"/>
              </a:spcAft>
              <a:buSzPts val="1400"/>
              <a:buNone/>
              <a:defRPr sz="1800"/>
            </a:lvl2pPr>
            <a:lvl3pPr marL="1371600" lvl="2" indent="-228600">
              <a:spcBef>
                <a:spcPts val="0"/>
              </a:spcBef>
              <a:spcAft>
                <a:spcPts val="0"/>
              </a:spcAft>
              <a:buSzPts val="1400"/>
              <a:buNone/>
              <a:defRPr sz="1800"/>
            </a:lvl3pPr>
            <a:lvl4pPr marL="1828800" lvl="3" indent="-228600">
              <a:spcBef>
                <a:spcPts val="0"/>
              </a:spcBef>
              <a:spcAft>
                <a:spcPts val="0"/>
              </a:spcAft>
              <a:buSzPts val="1400"/>
              <a:buNone/>
              <a:defRPr sz="1800"/>
            </a:lvl4pPr>
            <a:lvl5pPr marL="2286000" lvl="4" indent="-228600">
              <a:spcBef>
                <a:spcPts val="0"/>
              </a:spcBef>
              <a:spcAft>
                <a:spcPts val="0"/>
              </a:spcAft>
              <a:buSzPts val="1400"/>
              <a:buNone/>
              <a:defRPr sz="1800"/>
            </a:lvl5pPr>
            <a:lvl6pPr marL="2743200" lvl="5" indent="-228600">
              <a:spcBef>
                <a:spcPts val="0"/>
              </a:spcBef>
              <a:spcAft>
                <a:spcPts val="0"/>
              </a:spcAft>
              <a:buSzPts val="1400"/>
              <a:buNone/>
              <a:defRPr sz="1800"/>
            </a:lvl6pPr>
            <a:lvl7pPr marL="3200400" lvl="6" indent="-228600">
              <a:spcBef>
                <a:spcPts val="0"/>
              </a:spcBef>
              <a:spcAft>
                <a:spcPts val="0"/>
              </a:spcAft>
              <a:buSzPts val="1400"/>
              <a:buNone/>
              <a:defRPr sz="1800"/>
            </a:lvl7pPr>
            <a:lvl8pPr marL="3657600" lvl="7" indent="-228600">
              <a:spcBef>
                <a:spcPts val="0"/>
              </a:spcBef>
              <a:spcAft>
                <a:spcPts val="0"/>
              </a:spcAft>
              <a:buSzPts val="1400"/>
              <a:buNone/>
              <a:defRPr sz="1800"/>
            </a:lvl8pPr>
            <a:lvl9pPr marL="4114800" lvl="8" indent="-228600">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9.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7.xml"/><Relationship Id="rId5" Type="http://schemas.openxmlformats.org/officeDocument/2006/relationships/image" Target="../media/image8.jfif"/><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9.xml"/></Relationships>
</file>

<file path=ppt/slides/_rels/slide1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2.xml"/><Relationship Id="rId1" Type="http://schemas.openxmlformats.org/officeDocument/2006/relationships/slideLayout" Target="../slideLayouts/slideLayout49.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3.xml"/><Relationship Id="rId1" Type="http://schemas.openxmlformats.org/officeDocument/2006/relationships/slideLayout" Target="../slideLayouts/slideLayout4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1"/>
          <p:cNvSpPr txBox="1"/>
          <p:nvPr/>
        </p:nvSpPr>
        <p:spPr>
          <a:xfrm>
            <a:off x="3142376" y="2196937"/>
            <a:ext cx="7319632"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b="1" i="0" u="none" strike="noStrike" cap="none">
                <a:solidFill>
                  <a:srgbClr val="ED1C2A"/>
                </a:solidFill>
                <a:latin typeface="Arial"/>
                <a:ea typeface="Arial"/>
                <a:cs typeface="Arial"/>
                <a:sym typeface="Arial"/>
              </a:rPr>
              <a:t>ĐỒ ÁN TỐT NGHIỆP</a:t>
            </a:r>
            <a:endParaRPr sz="5400" b="1">
              <a:solidFill>
                <a:srgbClr val="ED1C2A"/>
              </a:solidFill>
              <a:latin typeface="Arial"/>
              <a:ea typeface="Arial"/>
              <a:cs typeface="Arial"/>
              <a:sym typeface="Arial"/>
            </a:endParaRPr>
          </a:p>
        </p:txBody>
      </p:sp>
      <p:sp>
        <p:nvSpPr>
          <p:cNvPr id="464" name="Google Shape;464;p1"/>
          <p:cNvSpPr txBox="1">
            <a:spLocks noGrp="1"/>
          </p:cNvSpPr>
          <p:nvPr>
            <p:ph type="ftr" idx="11"/>
          </p:nvPr>
        </p:nvSpPr>
        <p:spPr>
          <a:xfrm>
            <a:off x="381000" y="6234261"/>
            <a:ext cx="2590800" cy="3651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Đồ án tốt nghiệp</a:t>
            </a:r>
            <a:endParaRPr sz="1800">
              <a:solidFill>
                <a:schemeClr val="dk1"/>
              </a:solidFill>
              <a:latin typeface="Arial"/>
              <a:ea typeface="Arial"/>
              <a:cs typeface="Arial"/>
              <a:sym typeface="Arial"/>
            </a:endParaRPr>
          </a:p>
        </p:txBody>
      </p:sp>
      <p:sp>
        <p:nvSpPr>
          <p:cNvPr id="465" name="Google Shape;465;p1"/>
          <p:cNvSpPr txBox="1">
            <a:spLocks noGrp="1"/>
          </p:cNvSpPr>
          <p:nvPr>
            <p:ph type="dt" idx="10"/>
          </p:nvPr>
        </p:nvSpPr>
        <p:spPr>
          <a:xfrm>
            <a:off x="9113240" y="6271924"/>
            <a:ext cx="3048000" cy="3651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Khoa công nghệ thông tin</a:t>
            </a:r>
            <a:endParaRPr sz="1800">
              <a:solidFill>
                <a:schemeClr val="dk1"/>
              </a:solidFill>
              <a:latin typeface="Arial"/>
              <a:ea typeface="Arial"/>
              <a:cs typeface="Arial"/>
              <a:sym typeface="Arial"/>
            </a:endParaRPr>
          </a:p>
        </p:txBody>
      </p:sp>
      <p:sp>
        <p:nvSpPr>
          <p:cNvPr id="466" name="Google Shape;466;p1"/>
          <p:cNvSpPr txBox="1"/>
          <p:nvPr/>
        </p:nvSpPr>
        <p:spPr>
          <a:xfrm>
            <a:off x="3517178" y="4474471"/>
            <a:ext cx="849894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dk1"/>
                </a:solidFill>
                <a:latin typeface="Arial"/>
                <a:ea typeface="Arial"/>
                <a:cs typeface="Arial"/>
                <a:sym typeface="Arial"/>
              </a:rPr>
              <a:t>MSV: 2019606524</a:t>
            </a:r>
            <a:endParaRPr sz="2800" b="1" dirty="0">
              <a:solidFill>
                <a:schemeClr val="dk1"/>
              </a:solidFill>
              <a:latin typeface="Arial"/>
              <a:ea typeface="Arial"/>
              <a:cs typeface="Arial"/>
              <a:sym typeface="Arial"/>
            </a:endParaRPr>
          </a:p>
        </p:txBody>
      </p:sp>
      <p:sp>
        <p:nvSpPr>
          <p:cNvPr id="467" name="Google Shape;467;p1"/>
          <p:cNvSpPr txBox="1"/>
          <p:nvPr/>
        </p:nvSpPr>
        <p:spPr>
          <a:xfrm>
            <a:off x="3517178" y="5076041"/>
            <a:ext cx="8511246"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dk1"/>
                </a:solidFill>
                <a:latin typeface="Arial"/>
                <a:ea typeface="Arial"/>
                <a:cs typeface="Arial"/>
                <a:sym typeface="Arial"/>
              </a:rPr>
              <a:t>GVHD: TS.  </a:t>
            </a:r>
            <a:r>
              <a:rPr lang="vi-VN" sz="2800" b="1" dirty="0">
                <a:solidFill>
                  <a:schemeClr val="dk1"/>
                </a:solidFill>
                <a:latin typeface="Arial"/>
                <a:ea typeface="Arial"/>
                <a:cs typeface="Arial"/>
                <a:sym typeface="Arial"/>
              </a:rPr>
              <a:t>Đỗ Mạnh Hùng</a:t>
            </a:r>
            <a:endParaRPr sz="2800" b="1" dirty="0">
              <a:solidFill>
                <a:schemeClr val="dk1"/>
              </a:solidFill>
              <a:latin typeface="Arial"/>
              <a:ea typeface="Arial"/>
              <a:cs typeface="Arial"/>
              <a:sym typeface="Arial"/>
            </a:endParaRPr>
          </a:p>
        </p:txBody>
      </p:sp>
      <p:sp>
        <p:nvSpPr>
          <p:cNvPr id="468" name="Google Shape;468;p1"/>
          <p:cNvSpPr txBox="1"/>
          <p:nvPr/>
        </p:nvSpPr>
        <p:spPr>
          <a:xfrm>
            <a:off x="3518249" y="3883084"/>
            <a:ext cx="8497869"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err="1">
                <a:solidFill>
                  <a:schemeClr val="dk1"/>
                </a:solidFill>
                <a:latin typeface="Arial"/>
                <a:ea typeface="Arial"/>
                <a:cs typeface="Arial"/>
                <a:sym typeface="Arial"/>
              </a:rPr>
              <a:t>Sinh</a:t>
            </a:r>
            <a:r>
              <a:rPr lang="en-US" sz="2800" b="1" dirty="0">
                <a:solidFill>
                  <a:schemeClr val="dk1"/>
                </a:solidFill>
                <a:latin typeface="Arial"/>
                <a:ea typeface="Arial"/>
                <a:cs typeface="Arial"/>
                <a:sym typeface="Arial"/>
              </a:rPr>
              <a:t> </a:t>
            </a:r>
            <a:r>
              <a:rPr lang="en-US" sz="2800" b="1" dirty="0" err="1">
                <a:solidFill>
                  <a:schemeClr val="dk1"/>
                </a:solidFill>
                <a:latin typeface="Arial"/>
                <a:ea typeface="Arial"/>
                <a:cs typeface="Arial"/>
                <a:sym typeface="Arial"/>
              </a:rPr>
              <a:t>viên</a:t>
            </a:r>
            <a:r>
              <a:rPr lang="en-US" sz="2800" b="1" dirty="0">
                <a:solidFill>
                  <a:schemeClr val="dk1"/>
                </a:solidFill>
                <a:latin typeface="Arial"/>
                <a:ea typeface="Arial"/>
                <a:cs typeface="Arial"/>
                <a:sym typeface="Arial"/>
              </a:rPr>
              <a:t> </a:t>
            </a:r>
            <a:r>
              <a:rPr lang="en-US" sz="2800" b="1" dirty="0" err="1">
                <a:solidFill>
                  <a:schemeClr val="dk1"/>
                </a:solidFill>
                <a:latin typeface="Arial"/>
                <a:ea typeface="Arial"/>
                <a:cs typeface="Arial"/>
                <a:sym typeface="Arial"/>
              </a:rPr>
              <a:t>thực</a:t>
            </a:r>
            <a:r>
              <a:rPr lang="en-US" sz="2800" b="1" dirty="0">
                <a:solidFill>
                  <a:schemeClr val="dk1"/>
                </a:solidFill>
                <a:latin typeface="Arial"/>
                <a:ea typeface="Arial"/>
                <a:cs typeface="Arial"/>
                <a:sym typeface="Arial"/>
              </a:rPr>
              <a:t> </a:t>
            </a:r>
            <a:r>
              <a:rPr lang="en-US" sz="2800" b="1" dirty="0" err="1">
                <a:solidFill>
                  <a:schemeClr val="dk1"/>
                </a:solidFill>
                <a:latin typeface="Arial"/>
                <a:ea typeface="Arial"/>
                <a:cs typeface="Arial"/>
                <a:sym typeface="Arial"/>
              </a:rPr>
              <a:t>hiện</a:t>
            </a:r>
            <a:r>
              <a:rPr lang="en-US" sz="2800" b="1" dirty="0">
                <a:solidFill>
                  <a:schemeClr val="dk1"/>
                </a:solidFill>
                <a:latin typeface="Arial"/>
                <a:ea typeface="Arial"/>
                <a:cs typeface="Arial"/>
                <a:sym typeface="Arial"/>
              </a:rPr>
              <a:t>: </a:t>
            </a:r>
            <a:r>
              <a:rPr lang="vi-VN" sz="2800" b="1" dirty="0">
                <a:solidFill>
                  <a:schemeClr val="dk1"/>
                </a:solidFill>
                <a:latin typeface="Arial"/>
                <a:ea typeface="Arial"/>
                <a:cs typeface="Arial"/>
                <a:sym typeface="Arial"/>
              </a:rPr>
              <a:t>Nguyễn Tiến Đại</a:t>
            </a:r>
            <a:endParaRPr sz="2800" b="1" dirty="0">
              <a:solidFill>
                <a:schemeClr val="dk1"/>
              </a:solidFill>
              <a:latin typeface="Arial"/>
              <a:ea typeface="Arial"/>
              <a:cs typeface="Arial"/>
              <a:sym typeface="Arial"/>
            </a:endParaRPr>
          </a:p>
        </p:txBody>
      </p:sp>
      <p:sp>
        <p:nvSpPr>
          <p:cNvPr id="469" name="Google Shape;469;p1"/>
          <p:cNvSpPr txBox="1"/>
          <p:nvPr/>
        </p:nvSpPr>
        <p:spPr>
          <a:xfrm>
            <a:off x="4114800" y="6270461"/>
            <a:ext cx="4457699"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i="1" dirty="0" err="1">
                <a:solidFill>
                  <a:srgbClr val="595959"/>
                </a:solidFill>
                <a:latin typeface="Times New Roman"/>
                <a:ea typeface="Times New Roman"/>
                <a:cs typeface="Times New Roman"/>
                <a:sym typeface="Times New Roman"/>
              </a:rPr>
              <a:t>Hà</a:t>
            </a:r>
            <a:r>
              <a:rPr lang="en-US" sz="1800" i="1" dirty="0">
                <a:solidFill>
                  <a:srgbClr val="595959"/>
                </a:solidFill>
                <a:latin typeface="Times New Roman"/>
                <a:ea typeface="Times New Roman"/>
                <a:cs typeface="Times New Roman"/>
                <a:sym typeface="Times New Roman"/>
              </a:rPr>
              <a:t> </a:t>
            </a:r>
            <a:r>
              <a:rPr lang="en-US" sz="1800" i="1" dirty="0" err="1">
                <a:solidFill>
                  <a:srgbClr val="595959"/>
                </a:solidFill>
                <a:latin typeface="Times New Roman"/>
                <a:ea typeface="Times New Roman"/>
                <a:cs typeface="Times New Roman"/>
                <a:sym typeface="Times New Roman"/>
              </a:rPr>
              <a:t>Nội</a:t>
            </a:r>
            <a:r>
              <a:rPr lang="en-US" sz="1800" i="1" dirty="0">
                <a:solidFill>
                  <a:srgbClr val="595959"/>
                </a:solidFill>
                <a:latin typeface="Times New Roman"/>
                <a:ea typeface="Times New Roman"/>
                <a:cs typeface="Times New Roman"/>
                <a:sym typeface="Times New Roman"/>
              </a:rPr>
              <a:t>, </a:t>
            </a:r>
            <a:r>
              <a:rPr lang="en-US" sz="1800" i="1" dirty="0" err="1">
                <a:solidFill>
                  <a:srgbClr val="595959"/>
                </a:solidFill>
                <a:latin typeface="Times New Roman"/>
                <a:ea typeface="Times New Roman"/>
                <a:cs typeface="Times New Roman"/>
                <a:sym typeface="Times New Roman"/>
              </a:rPr>
              <a:t>ngày</a:t>
            </a:r>
            <a:r>
              <a:rPr lang="en-US" sz="1800" i="1" dirty="0">
                <a:solidFill>
                  <a:srgbClr val="595959"/>
                </a:solidFill>
                <a:latin typeface="Times New Roman"/>
                <a:ea typeface="Times New Roman"/>
                <a:cs typeface="Times New Roman"/>
                <a:sym typeface="Times New Roman"/>
              </a:rPr>
              <a:t> 27 </a:t>
            </a:r>
            <a:r>
              <a:rPr lang="en-US" sz="1800" i="1" dirty="0" err="1">
                <a:solidFill>
                  <a:srgbClr val="595959"/>
                </a:solidFill>
                <a:latin typeface="Times New Roman"/>
                <a:ea typeface="Times New Roman"/>
                <a:cs typeface="Times New Roman"/>
                <a:sym typeface="Times New Roman"/>
              </a:rPr>
              <a:t>tháng</a:t>
            </a:r>
            <a:r>
              <a:rPr lang="en-US" sz="1800" i="1" dirty="0">
                <a:solidFill>
                  <a:srgbClr val="595959"/>
                </a:solidFill>
                <a:latin typeface="Times New Roman"/>
                <a:ea typeface="Times New Roman"/>
                <a:cs typeface="Times New Roman"/>
                <a:sym typeface="Times New Roman"/>
              </a:rPr>
              <a:t> 12 </a:t>
            </a:r>
            <a:r>
              <a:rPr lang="en-US" sz="1800" i="1" dirty="0" err="1">
                <a:solidFill>
                  <a:srgbClr val="595959"/>
                </a:solidFill>
                <a:latin typeface="Times New Roman"/>
                <a:ea typeface="Times New Roman"/>
                <a:cs typeface="Times New Roman"/>
                <a:sym typeface="Times New Roman"/>
              </a:rPr>
              <a:t>năm</a:t>
            </a:r>
            <a:r>
              <a:rPr lang="en-US" sz="1800" i="1" dirty="0">
                <a:solidFill>
                  <a:srgbClr val="595959"/>
                </a:solidFill>
                <a:latin typeface="Times New Roman"/>
                <a:ea typeface="Times New Roman"/>
                <a:cs typeface="Times New Roman"/>
                <a:sym typeface="Times New Roman"/>
              </a:rPr>
              <a:t> 2024</a:t>
            </a:r>
            <a:endParaRPr dirty="0">
              <a:latin typeface="Times New Roman"/>
              <a:ea typeface="Times New Roman"/>
              <a:cs typeface="Times New Roman"/>
              <a:sym typeface="Times New Roman"/>
            </a:endParaRPr>
          </a:p>
        </p:txBody>
      </p:sp>
      <p:sp>
        <p:nvSpPr>
          <p:cNvPr id="470" name="Google Shape;470;p1"/>
          <p:cNvSpPr/>
          <p:nvPr/>
        </p:nvSpPr>
        <p:spPr>
          <a:xfrm>
            <a:off x="1219200" y="284909"/>
            <a:ext cx="11437818"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a:solidFill>
                  <a:srgbClr val="0070C0"/>
                </a:solidFill>
                <a:latin typeface="Arial"/>
                <a:ea typeface="Arial"/>
                <a:cs typeface="Arial"/>
                <a:sym typeface="Arial"/>
              </a:rPr>
              <a:t>ĐẠI HỌC CÔNG NGHIỆP HÀ NỘI</a:t>
            </a:r>
            <a:endParaRPr sz="4000" b="1" cap="none">
              <a:solidFill>
                <a:srgbClr val="0070C0"/>
              </a:solidFill>
              <a:latin typeface="Arial"/>
              <a:ea typeface="Arial"/>
              <a:cs typeface="Arial"/>
              <a:sym typeface="Arial"/>
            </a:endParaRPr>
          </a:p>
        </p:txBody>
      </p:sp>
      <p:sp>
        <p:nvSpPr>
          <p:cNvPr id="471" name="Google Shape;471;p1"/>
          <p:cNvSpPr/>
          <p:nvPr/>
        </p:nvSpPr>
        <p:spPr>
          <a:xfrm>
            <a:off x="3720298" y="974009"/>
            <a:ext cx="5965096"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cap="none">
                <a:solidFill>
                  <a:schemeClr val="accent4"/>
                </a:solidFill>
                <a:latin typeface="Arial"/>
                <a:ea typeface="Arial"/>
                <a:cs typeface="Arial"/>
                <a:sym typeface="Arial"/>
              </a:rPr>
              <a:t>KHOA CÔNG NGHỆ THÔNG TIN</a:t>
            </a:r>
            <a:endParaRPr sz="2800" b="1" cap="none">
              <a:solidFill>
                <a:schemeClr val="accent4"/>
              </a:solidFill>
              <a:latin typeface="Arial"/>
              <a:ea typeface="Arial"/>
              <a:cs typeface="Arial"/>
              <a:sym typeface="Arial"/>
            </a:endParaRPr>
          </a:p>
        </p:txBody>
      </p:sp>
      <p:pic>
        <p:nvPicPr>
          <p:cNvPr id="472" name="Google Shape;472;p1"/>
          <p:cNvPicPr preferRelativeResize="0"/>
          <p:nvPr/>
        </p:nvPicPr>
        <p:blipFill rotWithShape="1">
          <a:blip r:embed="rId3">
            <a:alphaModFix/>
          </a:blip>
          <a:srcRect/>
          <a:stretch/>
        </p:blipFill>
        <p:spPr>
          <a:xfrm>
            <a:off x="304799" y="284909"/>
            <a:ext cx="1676400" cy="1585666"/>
          </a:xfrm>
          <a:prstGeom prst="rect">
            <a:avLst/>
          </a:prstGeom>
          <a:noFill/>
          <a:ln>
            <a:noFill/>
          </a:ln>
        </p:spPr>
      </p:pic>
      <p:sp>
        <p:nvSpPr>
          <p:cNvPr id="473" name="Google Shape;473;p1"/>
          <p:cNvSpPr/>
          <p:nvPr/>
        </p:nvSpPr>
        <p:spPr>
          <a:xfrm>
            <a:off x="9803" y="381000"/>
            <a:ext cx="294997" cy="707886"/>
          </a:xfrm>
          <a:prstGeom prst="rect">
            <a:avLst/>
          </a:prstGeom>
          <a:solidFill>
            <a:schemeClr val="lt1"/>
          </a:solid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474" name="Google Shape;474;p1"/>
          <p:cNvSpPr/>
          <p:nvPr/>
        </p:nvSpPr>
        <p:spPr>
          <a:xfrm>
            <a:off x="3142376" y="3987914"/>
            <a:ext cx="375873" cy="313560"/>
          </a:xfrm>
          <a:custGeom>
            <a:avLst/>
            <a:gdLst/>
            <a:ahLst/>
            <a:cxnLst/>
            <a:rect l="l" t="t" r="r" b="b"/>
            <a:pathLst>
              <a:path w="5850" h="6469" extrusionOk="0">
                <a:moveTo>
                  <a:pt x="4679" y="4350"/>
                </a:moveTo>
                <a:cubicBezTo>
                  <a:pt x="3873" y="4059"/>
                  <a:pt x="3615" y="3814"/>
                  <a:pt x="3615" y="3289"/>
                </a:cubicBezTo>
                <a:cubicBezTo>
                  <a:pt x="3615" y="3231"/>
                  <a:pt x="3624" y="3187"/>
                  <a:pt x="3638" y="3151"/>
                </a:cubicBezTo>
                <a:cubicBezTo>
                  <a:pt x="3701" y="2989"/>
                  <a:pt x="3881" y="2971"/>
                  <a:pt x="3969" y="2500"/>
                </a:cubicBezTo>
                <a:cubicBezTo>
                  <a:pt x="4014" y="2260"/>
                  <a:pt x="4231" y="2496"/>
                  <a:pt x="4273" y="1950"/>
                </a:cubicBezTo>
                <a:cubicBezTo>
                  <a:pt x="4273" y="1732"/>
                  <a:pt x="4154" y="1678"/>
                  <a:pt x="4154" y="1678"/>
                </a:cubicBezTo>
                <a:cubicBezTo>
                  <a:pt x="4154" y="1678"/>
                  <a:pt x="4215" y="1355"/>
                  <a:pt x="4238" y="1107"/>
                </a:cubicBezTo>
                <a:cubicBezTo>
                  <a:pt x="4268" y="798"/>
                  <a:pt x="4058" y="0"/>
                  <a:pt x="2940" y="0"/>
                </a:cubicBezTo>
                <a:cubicBezTo>
                  <a:pt x="2935" y="0"/>
                  <a:pt x="2930" y="0"/>
                  <a:pt x="2925" y="0"/>
                </a:cubicBezTo>
                <a:cubicBezTo>
                  <a:pt x="2921" y="0"/>
                  <a:pt x="2916" y="0"/>
                  <a:pt x="2911" y="0"/>
                </a:cubicBezTo>
                <a:cubicBezTo>
                  <a:pt x="1793" y="0"/>
                  <a:pt x="1583" y="798"/>
                  <a:pt x="1612" y="1107"/>
                </a:cubicBezTo>
                <a:cubicBezTo>
                  <a:pt x="1636" y="1355"/>
                  <a:pt x="1696" y="1678"/>
                  <a:pt x="1696" y="1678"/>
                </a:cubicBezTo>
                <a:cubicBezTo>
                  <a:pt x="1696" y="1678"/>
                  <a:pt x="1578" y="1732"/>
                  <a:pt x="1578" y="1950"/>
                </a:cubicBezTo>
                <a:cubicBezTo>
                  <a:pt x="1619" y="2496"/>
                  <a:pt x="1837" y="2260"/>
                  <a:pt x="1881" y="2500"/>
                </a:cubicBezTo>
                <a:cubicBezTo>
                  <a:pt x="1970" y="2971"/>
                  <a:pt x="2150" y="2989"/>
                  <a:pt x="2213" y="3151"/>
                </a:cubicBezTo>
                <a:cubicBezTo>
                  <a:pt x="2227" y="3187"/>
                  <a:pt x="2235" y="3231"/>
                  <a:pt x="2235" y="3289"/>
                </a:cubicBezTo>
                <a:cubicBezTo>
                  <a:pt x="2235" y="3814"/>
                  <a:pt x="1978" y="4059"/>
                  <a:pt x="1172" y="4350"/>
                </a:cubicBezTo>
                <a:cubicBezTo>
                  <a:pt x="364" y="4641"/>
                  <a:pt x="0" y="4938"/>
                  <a:pt x="0" y="5141"/>
                </a:cubicBezTo>
                <a:lnTo>
                  <a:pt x="0" y="6469"/>
                </a:lnTo>
                <a:lnTo>
                  <a:pt x="2923" y="6469"/>
                </a:lnTo>
                <a:lnTo>
                  <a:pt x="2927" y="6469"/>
                </a:lnTo>
                <a:lnTo>
                  <a:pt x="5850" y="6469"/>
                </a:lnTo>
                <a:lnTo>
                  <a:pt x="5850" y="5141"/>
                </a:lnTo>
                <a:cubicBezTo>
                  <a:pt x="5850" y="4938"/>
                  <a:pt x="5487" y="4641"/>
                  <a:pt x="4679" y="435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74"/>
                                        </p:tgtEl>
                                        <p:attrNameLst>
                                          <p:attrName>style.visibility</p:attrName>
                                        </p:attrNameLst>
                                      </p:cBhvr>
                                      <p:to>
                                        <p:strVal val="visible"/>
                                      </p:to>
                                    </p:set>
                                    <p:animEffect transition="in" filter="fade">
                                      <p:cBhvr>
                                        <p:cTn id="7" dur="1000"/>
                                        <p:tgtEl>
                                          <p:spTgt spid="4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2"/>
          <p:cNvSpPr txBox="1">
            <a:spLocks noGrp="1"/>
          </p:cNvSpPr>
          <p:nvPr>
            <p:ph type="ftr" idx="11"/>
          </p:nvPr>
        </p:nvSpPr>
        <p:spPr>
          <a:xfrm>
            <a:off x="381000" y="6234261"/>
            <a:ext cx="2590800" cy="3651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Đồ án tốt nghiệp</a:t>
            </a:r>
            <a:endParaRPr sz="1800">
              <a:solidFill>
                <a:schemeClr val="dk1"/>
              </a:solidFill>
              <a:latin typeface="Arial"/>
              <a:ea typeface="Arial"/>
              <a:cs typeface="Arial"/>
              <a:sym typeface="Arial"/>
            </a:endParaRPr>
          </a:p>
        </p:txBody>
      </p:sp>
      <p:sp>
        <p:nvSpPr>
          <p:cNvPr id="480" name="Google Shape;480;p2"/>
          <p:cNvSpPr txBox="1">
            <a:spLocks noGrp="1"/>
          </p:cNvSpPr>
          <p:nvPr>
            <p:ph type="dt" idx="10"/>
          </p:nvPr>
        </p:nvSpPr>
        <p:spPr>
          <a:xfrm>
            <a:off x="9113240" y="6271924"/>
            <a:ext cx="3048000" cy="3651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Khoa công nghệ thông tin</a:t>
            </a:r>
            <a:endParaRPr sz="1800">
              <a:solidFill>
                <a:schemeClr val="dk1"/>
              </a:solidFill>
              <a:latin typeface="Arial"/>
              <a:ea typeface="Arial"/>
              <a:cs typeface="Arial"/>
              <a:sym typeface="Arial"/>
            </a:endParaRPr>
          </a:p>
        </p:txBody>
      </p:sp>
      <p:sp>
        <p:nvSpPr>
          <p:cNvPr id="481" name="Google Shape;481;p2"/>
          <p:cNvSpPr txBox="1"/>
          <p:nvPr/>
        </p:nvSpPr>
        <p:spPr>
          <a:xfrm>
            <a:off x="4114800" y="6270461"/>
            <a:ext cx="4457699"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i="1" dirty="0" err="1">
                <a:solidFill>
                  <a:srgbClr val="595959"/>
                </a:solidFill>
                <a:latin typeface="Times New Roman"/>
                <a:ea typeface="Times New Roman"/>
                <a:cs typeface="Times New Roman"/>
                <a:sym typeface="Times New Roman"/>
              </a:rPr>
              <a:t>Hà</a:t>
            </a:r>
            <a:r>
              <a:rPr lang="en-US" sz="1800" i="1" dirty="0">
                <a:solidFill>
                  <a:srgbClr val="595959"/>
                </a:solidFill>
                <a:latin typeface="Times New Roman"/>
                <a:ea typeface="Times New Roman"/>
                <a:cs typeface="Times New Roman"/>
                <a:sym typeface="Times New Roman"/>
              </a:rPr>
              <a:t> </a:t>
            </a:r>
            <a:r>
              <a:rPr lang="en-US" sz="1800" i="1" dirty="0" err="1">
                <a:solidFill>
                  <a:srgbClr val="595959"/>
                </a:solidFill>
                <a:latin typeface="Times New Roman"/>
                <a:ea typeface="Times New Roman"/>
                <a:cs typeface="Times New Roman"/>
                <a:sym typeface="Times New Roman"/>
              </a:rPr>
              <a:t>Nội</a:t>
            </a:r>
            <a:r>
              <a:rPr lang="en-US" sz="1800" i="1" dirty="0">
                <a:solidFill>
                  <a:srgbClr val="595959"/>
                </a:solidFill>
                <a:latin typeface="Times New Roman"/>
                <a:ea typeface="Times New Roman"/>
                <a:cs typeface="Times New Roman"/>
                <a:sym typeface="Times New Roman"/>
              </a:rPr>
              <a:t>, </a:t>
            </a:r>
            <a:r>
              <a:rPr lang="en-US" sz="1800" i="1" dirty="0" err="1">
                <a:solidFill>
                  <a:srgbClr val="595959"/>
                </a:solidFill>
                <a:latin typeface="Times New Roman"/>
                <a:ea typeface="Times New Roman"/>
                <a:cs typeface="Times New Roman"/>
                <a:sym typeface="Times New Roman"/>
              </a:rPr>
              <a:t>ngày</a:t>
            </a:r>
            <a:r>
              <a:rPr lang="en-US" sz="1800" i="1" dirty="0">
                <a:solidFill>
                  <a:srgbClr val="595959"/>
                </a:solidFill>
                <a:latin typeface="Times New Roman"/>
                <a:ea typeface="Times New Roman"/>
                <a:cs typeface="Times New Roman"/>
                <a:sym typeface="Times New Roman"/>
              </a:rPr>
              <a:t> 27 </a:t>
            </a:r>
            <a:r>
              <a:rPr lang="en-US" sz="1800" i="1" dirty="0" err="1">
                <a:solidFill>
                  <a:srgbClr val="595959"/>
                </a:solidFill>
                <a:latin typeface="Times New Roman"/>
                <a:ea typeface="Times New Roman"/>
                <a:cs typeface="Times New Roman"/>
                <a:sym typeface="Times New Roman"/>
              </a:rPr>
              <a:t>tháng</a:t>
            </a:r>
            <a:r>
              <a:rPr lang="en-US" sz="1800" i="1" dirty="0">
                <a:solidFill>
                  <a:srgbClr val="595959"/>
                </a:solidFill>
                <a:latin typeface="Times New Roman"/>
                <a:ea typeface="Times New Roman"/>
                <a:cs typeface="Times New Roman"/>
                <a:sym typeface="Times New Roman"/>
              </a:rPr>
              <a:t> 12 </a:t>
            </a:r>
            <a:r>
              <a:rPr lang="en-US" sz="1800" i="1" dirty="0" err="1">
                <a:solidFill>
                  <a:srgbClr val="595959"/>
                </a:solidFill>
                <a:latin typeface="Times New Roman"/>
                <a:ea typeface="Times New Roman"/>
                <a:cs typeface="Times New Roman"/>
                <a:sym typeface="Times New Roman"/>
              </a:rPr>
              <a:t>năm</a:t>
            </a:r>
            <a:r>
              <a:rPr lang="en-US" sz="1800" i="1" dirty="0">
                <a:solidFill>
                  <a:srgbClr val="595959"/>
                </a:solidFill>
                <a:latin typeface="Times New Roman"/>
                <a:ea typeface="Times New Roman"/>
                <a:cs typeface="Times New Roman"/>
                <a:sym typeface="Times New Roman"/>
              </a:rPr>
              <a:t> 2024</a:t>
            </a:r>
            <a:endParaRPr dirty="0">
              <a:latin typeface="Times New Roman"/>
              <a:ea typeface="Times New Roman"/>
              <a:cs typeface="Times New Roman"/>
              <a:sym typeface="Times New Roman"/>
            </a:endParaRPr>
          </a:p>
        </p:txBody>
      </p:sp>
      <p:sp>
        <p:nvSpPr>
          <p:cNvPr id="482" name="Google Shape;482;p2"/>
          <p:cNvSpPr/>
          <p:nvPr/>
        </p:nvSpPr>
        <p:spPr>
          <a:xfrm>
            <a:off x="2834900" y="193084"/>
            <a:ext cx="7858800" cy="646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rgbClr val="0070C0"/>
                </a:solidFill>
                <a:latin typeface="Arial"/>
                <a:ea typeface="Arial"/>
                <a:cs typeface="Arial"/>
                <a:sym typeface="Arial"/>
              </a:rPr>
              <a:t>ĐẠI HỌC CÔNG NGHIỆP HÀ NỘI</a:t>
            </a:r>
            <a:endParaRPr sz="3600" b="1" cap="none">
              <a:solidFill>
                <a:srgbClr val="0070C0"/>
              </a:solidFill>
              <a:latin typeface="Arial"/>
              <a:ea typeface="Arial"/>
              <a:cs typeface="Arial"/>
              <a:sym typeface="Arial"/>
            </a:endParaRPr>
          </a:p>
        </p:txBody>
      </p:sp>
      <p:sp>
        <p:nvSpPr>
          <p:cNvPr id="483" name="Google Shape;483;p2"/>
          <p:cNvSpPr/>
          <p:nvPr/>
        </p:nvSpPr>
        <p:spPr>
          <a:xfrm>
            <a:off x="4263850" y="839278"/>
            <a:ext cx="5139600" cy="461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cap="none">
                <a:solidFill>
                  <a:schemeClr val="accent4"/>
                </a:solidFill>
                <a:latin typeface="Arial"/>
                <a:ea typeface="Arial"/>
                <a:cs typeface="Arial"/>
                <a:sym typeface="Arial"/>
              </a:rPr>
              <a:t>KHOA CÔNG NGHỆ THÔNG TIN</a:t>
            </a:r>
            <a:endParaRPr sz="2400" b="1" cap="none">
              <a:solidFill>
                <a:schemeClr val="accent4"/>
              </a:solidFill>
              <a:latin typeface="Arial"/>
              <a:ea typeface="Arial"/>
              <a:cs typeface="Arial"/>
              <a:sym typeface="Arial"/>
            </a:endParaRPr>
          </a:p>
        </p:txBody>
      </p:sp>
      <p:pic>
        <p:nvPicPr>
          <p:cNvPr id="484" name="Google Shape;484;p2"/>
          <p:cNvPicPr preferRelativeResize="0"/>
          <p:nvPr/>
        </p:nvPicPr>
        <p:blipFill rotWithShape="1">
          <a:blip r:embed="rId3">
            <a:alphaModFix/>
          </a:blip>
          <a:srcRect/>
          <a:stretch/>
        </p:blipFill>
        <p:spPr>
          <a:xfrm>
            <a:off x="256325" y="193084"/>
            <a:ext cx="1691766" cy="1600200"/>
          </a:xfrm>
          <a:prstGeom prst="rect">
            <a:avLst/>
          </a:prstGeom>
          <a:noFill/>
          <a:ln>
            <a:noFill/>
          </a:ln>
        </p:spPr>
      </p:pic>
      <p:sp>
        <p:nvSpPr>
          <p:cNvPr id="485" name="Google Shape;485;p2"/>
          <p:cNvSpPr txBox="1"/>
          <p:nvPr/>
        </p:nvSpPr>
        <p:spPr>
          <a:xfrm>
            <a:off x="552449" y="2917797"/>
            <a:ext cx="11582400" cy="1200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dirty="0">
                <a:solidFill>
                  <a:srgbClr val="ED1C2A"/>
                </a:solidFill>
                <a:latin typeface="Calibri"/>
                <a:ea typeface="Calibri"/>
                <a:cs typeface="Calibri"/>
                <a:sym typeface="Calibri"/>
              </a:rPr>
              <a:t>ĐỀ TÀI: </a:t>
            </a:r>
            <a:r>
              <a:rPr lang="vi-VN" sz="3600" b="1" dirty="0">
                <a:solidFill>
                  <a:srgbClr val="ED1C2A"/>
                </a:solidFill>
                <a:latin typeface="Calibri"/>
                <a:ea typeface="Calibri"/>
                <a:cs typeface="Calibri"/>
                <a:sym typeface="Calibri"/>
              </a:rPr>
              <a:t>NGHIÊN CỨU TÌM HIỂU VỀ LARAVEL FRAMEWORK, XÂY DỰNG WEBSITE BÁN HÀNG MAY MẶC</a:t>
            </a:r>
            <a:endParaRPr lang="en-US" sz="3600" b="1" dirty="0">
              <a:solidFill>
                <a:srgbClr val="ED1C2A"/>
              </a:solidFill>
              <a:latin typeface="Calibri"/>
              <a:ea typeface="Calibri"/>
              <a:cs typeface="Calibri"/>
              <a:sym typeface="Calibri"/>
            </a:endParaRPr>
          </a:p>
        </p:txBody>
      </p:sp>
      <p:sp>
        <p:nvSpPr>
          <p:cNvPr id="486" name="Google Shape;486;p2"/>
          <p:cNvSpPr/>
          <p:nvPr/>
        </p:nvSpPr>
        <p:spPr>
          <a:xfrm>
            <a:off x="-1" y="293512"/>
            <a:ext cx="252639" cy="1104159"/>
          </a:xfrm>
          <a:prstGeom prst="rect">
            <a:avLst/>
          </a:prstGeom>
          <a:solidFill>
            <a:schemeClr val="lt1"/>
          </a:solid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250">
        <p14:flip dir="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3"/>
          <p:cNvSpPr/>
          <p:nvPr/>
        </p:nvSpPr>
        <p:spPr>
          <a:xfrm>
            <a:off x="7351186" y="-24152"/>
            <a:ext cx="4840813" cy="6858000"/>
          </a:xfrm>
          <a:prstGeom prst="rect">
            <a:avLst/>
          </a:prstGeom>
          <a:solidFill>
            <a:schemeClr val="accen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492" name="Google Shape;492;p3"/>
          <p:cNvGrpSpPr/>
          <p:nvPr/>
        </p:nvGrpSpPr>
        <p:grpSpPr>
          <a:xfrm>
            <a:off x="4626380" y="2249924"/>
            <a:ext cx="6921829" cy="2078254"/>
            <a:chOff x="4578255" y="2223130"/>
            <a:chExt cx="6921829" cy="2078254"/>
          </a:xfrm>
        </p:grpSpPr>
        <p:sp>
          <p:nvSpPr>
            <p:cNvPr id="493" name="Google Shape;493;p3"/>
            <p:cNvSpPr/>
            <p:nvPr/>
          </p:nvSpPr>
          <p:spPr>
            <a:xfrm>
              <a:off x="5404084" y="2223130"/>
              <a:ext cx="6096000" cy="92333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5400" dirty="0">
                  <a:solidFill>
                    <a:schemeClr val="lt1"/>
                  </a:solidFill>
                  <a:latin typeface="Arial"/>
                  <a:ea typeface="Arial"/>
                  <a:cs typeface="Arial"/>
                  <a:sym typeface="Arial"/>
                </a:rPr>
                <a:t>NỘI DUNG</a:t>
              </a:r>
              <a:endParaRPr dirty="0"/>
            </a:p>
          </p:txBody>
        </p:sp>
        <p:sp>
          <p:nvSpPr>
            <p:cNvPr id="494" name="Google Shape;494;p3"/>
            <p:cNvSpPr/>
            <p:nvPr/>
          </p:nvSpPr>
          <p:spPr>
            <a:xfrm>
              <a:off x="4578255" y="3378054"/>
              <a:ext cx="6096000" cy="92333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5400" dirty="0">
                  <a:solidFill>
                    <a:schemeClr val="lt1"/>
                  </a:solidFill>
                  <a:latin typeface="Arial"/>
                  <a:ea typeface="Arial"/>
                  <a:cs typeface="Arial"/>
                  <a:sym typeface="Arial"/>
                </a:rPr>
                <a:t>CHÍNH</a:t>
              </a:r>
              <a:endParaRPr sz="4400" dirty="0">
                <a:solidFill>
                  <a:schemeClr val="lt1"/>
                </a:solidFill>
                <a:latin typeface="Arial"/>
                <a:ea typeface="Arial"/>
                <a:cs typeface="Arial"/>
                <a:sym typeface="Arial"/>
              </a:endParaRPr>
            </a:p>
          </p:txBody>
        </p:sp>
      </p:grpSp>
      <p:sp>
        <p:nvSpPr>
          <p:cNvPr id="495" name="Google Shape;495;p3"/>
          <p:cNvSpPr/>
          <p:nvPr/>
        </p:nvSpPr>
        <p:spPr>
          <a:xfrm>
            <a:off x="7867807" y="916782"/>
            <a:ext cx="197220" cy="178178"/>
          </a:xfrm>
          <a:prstGeom prst="rect">
            <a:avLst/>
          </a:prstGeom>
          <a:solidFill>
            <a:srgbClr val="68D0C6">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496" name="Google Shape;496;p3"/>
          <p:cNvGrpSpPr/>
          <p:nvPr/>
        </p:nvGrpSpPr>
        <p:grpSpPr>
          <a:xfrm>
            <a:off x="6844643" y="1137099"/>
            <a:ext cx="880712" cy="810164"/>
            <a:chOff x="5908413" y="847857"/>
            <a:chExt cx="938013" cy="939583"/>
          </a:xfrm>
        </p:grpSpPr>
        <p:sp>
          <p:nvSpPr>
            <p:cNvPr id="497" name="Google Shape;497;p3"/>
            <p:cNvSpPr/>
            <p:nvPr/>
          </p:nvSpPr>
          <p:spPr>
            <a:xfrm>
              <a:off x="5908413" y="847857"/>
              <a:ext cx="938013" cy="939583"/>
            </a:xfrm>
            <a:prstGeom prst="rect">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98" name="Google Shape;498;p3"/>
            <p:cNvSpPr/>
            <p:nvPr/>
          </p:nvSpPr>
          <p:spPr>
            <a:xfrm>
              <a:off x="6021503" y="927340"/>
              <a:ext cx="684331" cy="646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chemeClr val="lt1"/>
                  </a:solidFill>
                  <a:latin typeface="Arial"/>
                  <a:ea typeface="Arial"/>
                  <a:cs typeface="Arial"/>
                  <a:sym typeface="Arial"/>
                </a:rPr>
                <a:t>1</a:t>
              </a:r>
              <a:endParaRPr/>
            </a:p>
          </p:txBody>
        </p:sp>
      </p:grpSp>
      <p:sp>
        <p:nvSpPr>
          <p:cNvPr id="499" name="Google Shape;499;p3"/>
          <p:cNvSpPr/>
          <p:nvPr/>
        </p:nvSpPr>
        <p:spPr>
          <a:xfrm>
            <a:off x="735624" y="1310456"/>
            <a:ext cx="485319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err="1">
                <a:solidFill>
                  <a:srgbClr val="3F3F3F"/>
                </a:solidFill>
                <a:latin typeface="Times New Roman"/>
                <a:ea typeface="Times New Roman"/>
                <a:cs typeface="Times New Roman"/>
                <a:sym typeface="Times New Roman"/>
              </a:rPr>
              <a:t>Tổng</a:t>
            </a:r>
            <a:r>
              <a:rPr lang="en-US" sz="2400" dirty="0">
                <a:solidFill>
                  <a:srgbClr val="3F3F3F"/>
                </a:solidFill>
                <a:latin typeface="Times New Roman"/>
                <a:ea typeface="Times New Roman"/>
                <a:cs typeface="Times New Roman"/>
                <a:sym typeface="Times New Roman"/>
              </a:rPr>
              <a:t> </a:t>
            </a:r>
            <a:r>
              <a:rPr lang="en-US" sz="2400" dirty="0" err="1">
                <a:solidFill>
                  <a:srgbClr val="3F3F3F"/>
                </a:solidFill>
                <a:latin typeface="Times New Roman"/>
                <a:ea typeface="Times New Roman"/>
                <a:cs typeface="Times New Roman"/>
                <a:sym typeface="Times New Roman"/>
              </a:rPr>
              <a:t>quan</a:t>
            </a:r>
            <a:r>
              <a:rPr lang="en-US" sz="2400" dirty="0">
                <a:solidFill>
                  <a:srgbClr val="3F3F3F"/>
                </a:solidFill>
                <a:latin typeface="Times New Roman"/>
                <a:ea typeface="Times New Roman"/>
                <a:cs typeface="Times New Roman"/>
                <a:sym typeface="Times New Roman"/>
              </a:rPr>
              <a:t> </a:t>
            </a:r>
            <a:r>
              <a:rPr lang="en-US" sz="2400" dirty="0" err="1">
                <a:solidFill>
                  <a:srgbClr val="3F3F3F"/>
                </a:solidFill>
                <a:latin typeface="Times New Roman"/>
                <a:ea typeface="Times New Roman"/>
                <a:cs typeface="Times New Roman"/>
                <a:sym typeface="Times New Roman"/>
              </a:rPr>
              <a:t>về</a:t>
            </a:r>
            <a:r>
              <a:rPr lang="en-US" sz="2400" dirty="0">
                <a:solidFill>
                  <a:srgbClr val="3F3F3F"/>
                </a:solidFill>
                <a:latin typeface="Times New Roman"/>
                <a:ea typeface="Times New Roman"/>
                <a:cs typeface="Times New Roman"/>
                <a:sym typeface="Times New Roman"/>
              </a:rPr>
              <a:t> </a:t>
            </a:r>
            <a:r>
              <a:rPr lang="en-US" sz="2400" dirty="0" err="1">
                <a:solidFill>
                  <a:srgbClr val="3F3F3F"/>
                </a:solidFill>
                <a:latin typeface="Times New Roman"/>
                <a:ea typeface="Times New Roman"/>
                <a:cs typeface="Times New Roman"/>
                <a:sym typeface="Times New Roman"/>
              </a:rPr>
              <a:t>đề</a:t>
            </a:r>
            <a:r>
              <a:rPr lang="en-US" sz="2400" dirty="0">
                <a:solidFill>
                  <a:srgbClr val="3F3F3F"/>
                </a:solidFill>
                <a:latin typeface="Times New Roman"/>
                <a:ea typeface="Times New Roman"/>
                <a:cs typeface="Times New Roman"/>
                <a:sym typeface="Times New Roman"/>
              </a:rPr>
              <a:t> </a:t>
            </a:r>
            <a:r>
              <a:rPr lang="en-US" sz="2400" dirty="0" err="1">
                <a:solidFill>
                  <a:srgbClr val="3F3F3F"/>
                </a:solidFill>
                <a:latin typeface="Times New Roman"/>
                <a:ea typeface="Times New Roman"/>
                <a:cs typeface="Times New Roman"/>
                <a:sym typeface="Times New Roman"/>
              </a:rPr>
              <a:t>tài</a:t>
            </a:r>
            <a:endParaRPr sz="2400" dirty="0">
              <a:solidFill>
                <a:srgbClr val="3F3F3F"/>
              </a:solidFill>
              <a:latin typeface="Times New Roman"/>
              <a:ea typeface="Times New Roman"/>
              <a:cs typeface="Times New Roman"/>
              <a:sym typeface="Times New Roman"/>
            </a:endParaRPr>
          </a:p>
        </p:txBody>
      </p:sp>
      <p:grpSp>
        <p:nvGrpSpPr>
          <p:cNvPr id="500" name="Google Shape;500;p3"/>
          <p:cNvGrpSpPr/>
          <p:nvPr/>
        </p:nvGrpSpPr>
        <p:grpSpPr>
          <a:xfrm rot="-5400000">
            <a:off x="6417280" y="1129808"/>
            <a:ext cx="18288" cy="822960"/>
            <a:chOff x="5839691" y="2713589"/>
            <a:chExt cx="1406625" cy="1430822"/>
          </a:xfrm>
        </p:grpSpPr>
        <p:sp>
          <p:nvSpPr>
            <p:cNvPr id="501" name="Google Shape;501;p3"/>
            <p:cNvSpPr/>
            <p:nvPr/>
          </p:nvSpPr>
          <p:spPr>
            <a:xfrm>
              <a:off x="5839691" y="2713589"/>
              <a:ext cx="1406625" cy="1430822"/>
            </a:xfrm>
            <a:prstGeom prst="rect">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02" name="Google Shape;502;p3"/>
            <p:cNvSpPr/>
            <p:nvPr/>
          </p:nvSpPr>
          <p:spPr>
            <a:xfrm>
              <a:off x="6048641" y="2967335"/>
              <a:ext cx="988724" cy="923330"/>
            </a:xfrm>
            <a:prstGeom prst="rect">
              <a:avLst/>
            </a:prstGeom>
            <a:solidFill>
              <a:srgbClr val="00B0F0"/>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5400">
                <a:solidFill>
                  <a:schemeClr val="lt1"/>
                </a:solidFill>
                <a:latin typeface="Arial"/>
                <a:ea typeface="Arial"/>
                <a:cs typeface="Arial"/>
                <a:sym typeface="Arial"/>
              </a:endParaRPr>
            </a:p>
          </p:txBody>
        </p:sp>
      </p:grpSp>
      <p:sp>
        <p:nvSpPr>
          <p:cNvPr id="503" name="Google Shape;503;p3"/>
          <p:cNvSpPr/>
          <p:nvPr/>
        </p:nvSpPr>
        <p:spPr>
          <a:xfrm>
            <a:off x="609600" y="6453374"/>
            <a:ext cx="145143" cy="145143"/>
          </a:xfrm>
          <a:prstGeom prst="rect">
            <a:avLst/>
          </a:prstGeom>
          <a:solidFill>
            <a:srgbClr val="68D0C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04" name="Google Shape;504;p3"/>
          <p:cNvSpPr/>
          <p:nvPr/>
        </p:nvSpPr>
        <p:spPr>
          <a:xfrm>
            <a:off x="807558" y="6453373"/>
            <a:ext cx="145143" cy="145143"/>
          </a:xfrm>
          <a:prstGeom prst="rect">
            <a:avLst/>
          </a:pr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05" name="Google Shape;505;p3"/>
          <p:cNvSpPr/>
          <p:nvPr/>
        </p:nvSpPr>
        <p:spPr>
          <a:xfrm>
            <a:off x="1005516" y="6453373"/>
            <a:ext cx="145143" cy="145143"/>
          </a:xfrm>
          <a:prstGeom prst="rect">
            <a:avLst/>
          </a:pr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06" name="Google Shape;506;p3"/>
          <p:cNvSpPr/>
          <p:nvPr/>
        </p:nvSpPr>
        <p:spPr>
          <a:xfrm>
            <a:off x="1203474" y="6453373"/>
            <a:ext cx="145143" cy="145143"/>
          </a:xfrm>
          <a:prstGeom prst="rect">
            <a:avLst/>
          </a:pr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07" name="Google Shape;507;p3"/>
          <p:cNvSpPr/>
          <p:nvPr/>
        </p:nvSpPr>
        <p:spPr>
          <a:xfrm>
            <a:off x="1401430" y="6453373"/>
            <a:ext cx="145143" cy="145143"/>
          </a:xfrm>
          <a:prstGeom prst="rect">
            <a:avLst/>
          </a:pr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08" name="Google Shape;508;p3"/>
          <p:cNvSpPr/>
          <p:nvPr/>
        </p:nvSpPr>
        <p:spPr>
          <a:xfrm>
            <a:off x="10134600" y="5774162"/>
            <a:ext cx="145143" cy="145143"/>
          </a:xfrm>
          <a:prstGeom prst="rect">
            <a:avLst/>
          </a:prstGeom>
          <a:solidFill>
            <a:srgbClr val="68D0C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09" name="Google Shape;509;p3"/>
          <p:cNvSpPr/>
          <p:nvPr/>
        </p:nvSpPr>
        <p:spPr>
          <a:xfrm>
            <a:off x="11288262" y="6341278"/>
            <a:ext cx="541059" cy="36933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800">
                <a:solidFill>
                  <a:srgbClr val="F2F2F2"/>
                </a:solidFill>
                <a:latin typeface="Arial"/>
                <a:ea typeface="Arial"/>
                <a:cs typeface="Arial"/>
                <a:sym typeface="Arial"/>
              </a:rPr>
              <a:t>1</a:t>
            </a:r>
            <a:endParaRPr/>
          </a:p>
        </p:txBody>
      </p:sp>
      <p:sp>
        <p:nvSpPr>
          <p:cNvPr id="510" name="Google Shape;510;p3"/>
          <p:cNvSpPr/>
          <p:nvPr/>
        </p:nvSpPr>
        <p:spPr>
          <a:xfrm>
            <a:off x="11507637" y="916782"/>
            <a:ext cx="145143" cy="145143"/>
          </a:xfrm>
          <a:prstGeom prst="rect">
            <a:avLst/>
          </a:prstGeom>
          <a:solidFill>
            <a:srgbClr val="68D0C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11" name="Google Shape;511;p3"/>
          <p:cNvSpPr/>
          <p:nvPr/>
        </p:nvSpPr>
        <p:spPr>
          <a:xfrm>
            <a:off x="742770" y="1109127"/>
            <a:ext cx="5350273" cy="810163"/>
          </a:xfrm>
          <a:prstGeom prst="rect">
            <a:avLst/>
          </a:prstGeom>
          <a:noFill/>
          <a:ln w="25400" cap="flat" cmpd="sng">
            <a:solidFill>
              <a:srgbClr val="F2F2F2"/>
            </a:solidFill>
            <a:prstDash val="lg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512" name="Google Shape;512;p3"/>
          <p:cNvGrpSpPr/>
          <p:nvPr/>
        </p:nvGrpSpPr>
        <p:grpSpPr>
          <a:xfrm>
            <a:off x="6837904" y="2246725"/>
            <a:ext cx="880712" cy="810164"/>
            <a:chOff x="5915473" y="787140"/>
            <a:chExt cx="938013" cy="939583"/>
          </a:xfrm>
        </p:grpSpPr>
        <p:sp>
          <p:nvSpPr>
            <p:cNvPr id="513" name="Google Shape;513;p3"/>
            <p:cNvSpPr/>
            <p:nvPr/>
          </p:nvSpPr>
          <p:spPr>
            <a:xfrm>
              <a:off x="5915473" y="787140"/>
              <a:ext cx="938013" cy="939583"/>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14" name="Google Shape;514;p3"/>
            <p:cNvSpPr/>
            <p:nvPr/>
          </p:nvSpPr>
          <p:spPr>
            <a:xfrm>
              <a:off x="6068764" y="861569"/>
              <a:ext cx="684331" cy="7495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chemeClr val="lt1"/>
                  </a:solidFill>
                  <a:latin typeface="Arial"/>
                  <a:ea typeface="Arial"/>
                  <a:cs typeface="Arial"/>
                  <a:sym typeface="Arial"/>
                </a:rPr>
                <a:t>2</a:t>
              </a:r>
              <a:endParaRPr/>
            </a:p>
          </p:txBody>
        </p:sp>
      </p:grpSp>
      <p:grpSp>
        <p:nvGrpSpPr>
          <p:cNvPr id="515" name="Google Shape;515;p3"/>
          <p:cNvGrpSpPr/>
          <p:nvPr/>
        </p:nvGrpSpPr>
        <p:grpSpPr>
          <a:xfrm rot="-5400000">
            <a:off x="6456211" y="2237520"/>
            <a:ext cx="18288" cy="822960"/>
            <a:chOff x="5839691" y="2713589"/>
            <a:chExt cx="1406625" cy="1430822"/>
          </a:xfrm>
        </p:grpSpPr>
        <p:sp>
          <p:nvSpPr>
            <p:cNvPr id="516" name="Google Shape;516;p3"/>
            <p:cNvSpPr/>
            <p:nvPr/>
          </p:nvSpPr>
          <p:spPr>
            <a:xfrm>
              <a:off x="5839691" y="2713589"/>
              <a:ext cx="1406625" cy="1430822"/>
            </a:xfrm>
            <a:prstGeom prst="rect">
              <a:avLst/>
            </a:prstGeom>
            <a:gradFill>
              <a:gsLst>
                <a:gs pos="0">
                  <a:srgbClr val="D11111"/>
                </a:gs>
                <a:gs pos="80000">
                  <a:srgbClr val="FF1818"/>
                </a:gs>
                <a:gs pos="100000">
                  <a:srgbClr val="FF1313"/>
                </a:gs>
              </a:gsLst>
              <a:lin ang="16200000" scaled="0"/>
            </a:gradFill>
            <a:ln w="9525" cap="flat" cmpd="sng">
              <a:solidFill>
                <a:srgbClr val="FD3030"/>
              </a:solidFill>
              <a:prstDash val="solid"/>
              <a:miter lim="8000"/>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17" name="Google Shape;517;p3"/>
            <p:cNvSpPr/>
            <p:nvPr/>
          </p:nvSpPr>
          <p:spPr>
            <a:xfrm>
              <a:off x="6048641" y="2967335"/>
              <a:ext cx="988724" cy="923330"/>
            </a:xfrm>
            <a:prstGeom prst="rect">
              <a:avLst/>
            </a:prstGeom>
            <a:gradFill>
              <a:gsLst>
                <a:gs pos="0">
                  <a:srgbClr val="D11111"/>
                </a:gs>
                <a:gs pos="80000">
                  <a:srgbClr val="FF1818"/>
                </a:gs>
                <a:gs pos="100000">
                  <a:srgbClr val="FF1313"/>
                </a:gs>
              </a:gsLst>
              <a:lin ang="16200000" scaled="0"/>
            </a:gradFill>
            <a:ln w="9525" cap="flat" cmpd="sng">
              <a:solidFill>
                <a:srgbClr val="FD3030"/>
              </a:solidFill>
              <a:prstDash val="solid"/>
              <a:miter lim="8000"/>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endParaRPr sz="5400">
                <a:solidFill>
                  <a:schemeClr val="lt1"/>
                </a:solidFill>
                <a:latin typeface="Arial"/>
                <a:ea typeface="Arial"/>
                <a:cs typeface="Arial"/>
                <a:sym typeface="Arial"/>
              </a:endParaRPr>
            </a:p>
          </p:txBody>
        </p:sp>
      </p:grpSp>
      <p:sp>
        <p:nvSpPr>
          <p:cNvPr id="518" name="Google Shape;518;p3"/>
          <p:cNvSpPr/>
          <p:nvPr/>
        </p:nvSpPr>
        <p:spPr>
          <a:xfrm>
            <a:off x="753705" y="2246726"/>
            <a:ext cx="5350273" cy="810163"/>
          </a:xfrm>
          <a:prstGeom prst="rect">
            <a:avLst/>
          </a:prstGeom>
          <a:noFill/>
          <a:ln w="25400" cap="flat" cmpd="sng">
            <a:solidFill>
              <a:srgbClr val="F2F2F2"/>
            </a:solidFill>
            <a:prstDash val="lg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519" name="Google Shape;519;p3"/>
          <p:cNvGrpSpPr/>
          <p:nvPr/>
        </p:nvGrpSpPr>
        <p:grpSpPr>
          <a:xfrm>
            <a:off x="6844643" y="3384324"/>
            <a:ext cx="880712" cy="810164"/>
            <a:chOff x="5930214" y="819319"/>
            <a:chExt cx="938013" cy="939583"/>
          </a:xfrm>
        </p:grpSpPr>
        <p:sp>
          <p:nvSpPr>
            <p:cNvPr id="520" name="Google Shape;520;p3"/>
            <p:cNvSpPr/>
            <p:nvPr/>
          </p:nvSpPr>
          <p:spPr>
            <a:xfrm>
              <a:off x="5930214" y="819319"/>
              <a:ext cx="938013" cy="939583"/>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21" name="Google Shape;521;p3"/>
            <p:cNvSpPr/>
            <p:nvPr/>
          </p:nvSpPr>
          <p:spPr>
            <a:xfrm>
              <a:off x="6042864" y="892879"/>
              <a:ext cx="684331" cy="74957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chemeClr val="lt1"/>
                  </a:solidFill>
                  <a:latin typeface="Arial"/>
                  <a:ea typeface="Arial"/>
                  <a:cs typeface="Arial"/>
                  <a:sym typeface="Arial"/>
                </a:rPr>
                <a:t>3</a:t>
              </a:r>
              <a:endParaRPr/>
            </a:p>
          </p:txBody>
        </p:sp>
      </p:grpSp>
      <p:grpSp>
        <p:nvGrpSpPr>
          <p:cNvPr id="522" name="Google Shape;522;p3"/>
          <p:cNvGrpSpPr/>
          <p:nvPr/>
        </p:nvGrpSpPr>
        <p:grpSpPr>
          <a:xfrm rot="-5400000">
            <a:off x="6434360" y="3375066"/>
            <a:ext cx="18288" cy="822960"/>
            <a:chOff x="5839691" y="2713589"/>
            <a:chExt cx="1406625" cy="1430822"/>
          </a:xfrm>
        </p:grpSpPr>
        <p:sp>
          <p:nvSpPr>
            <p:cNvPr id="523" name="Google Shape;523;p3"/>
            <p:cNvSpPr/>
            <p:nvPr/>
          </p:nvSpPr>
          <p:spPr>
            <a:xfrm>
              <a:off x="5839691" y="2713589"/>
              <a:ext cx="1406625" cy="1430822"/>
            </a:xfrm>
            <a:prstGeom prst="rect">
              <a:avLst/>
            </a:prstGeom>
            <a:gradFill>
              <a:gsLst>
                <a:gs pos="0">
                  <a:srgbClr val="2F2F2F"/>
                </a:gs>
                <a:gs pos="80000">
                  <a:srgbClr val="3E3E3E"/>
                </a:gs>
                <a:gs pos="100000">
                  <a:srgbClr val="3F3F3F"/>
                </a:gs>
              </a:gsLst>
              <a:lin ang="16200000" scaled="0"/>
            </a:gradFill>
            <a:ln w="9525" cap="flat" cmpd="sng">
              <a:solidFill>
                <a:srgbClr val="3F3F3F"/>
              </a:solidFill>
              <a:prstDash val="solid"/>
              <a:miter lim="8000"/>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24" name="Google Shape;524;p3"/>
            <p:cNvSpPr/>
            <p:nvPr/>
          </p:nvSpPr>
          <p:spPr>
            <a:xfrm>
              <a:off x="6048641" y="2967335"/>
              <a:ext cx="988724" cy="923330"/>
            </a:xfrm>
            <a:prstGeom prst="rect">
              <a:avLst/>
            </a:prstGeom>
            <a:gradFill>
              <a:gsLst>
                <a:gs pos="0">
                  <a:srgbClr val="2F2F2F"/>
                </a:gs>
                <a:gs pos="80000">
                  <a:srgbClr val="3E3E3E"/>
                </a:gs>
                <a:gs pos="100000">
                  <a:srgbClr val="3F3F3F"/>
                </a:gs>
              </a:gsLst>
              <a:lin ang="16200000" scaled="0"/>
            </a:gradFill>
            <a:ln w="9525" cap="flat" cmpd="sng">
              <a:solidFill>
                <a:srgbClr val="3F3F3F"/>
              </a:solidFill>
              <a:prstDash val="solid"/>
              <a:miter lim="8000"/>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endParaRPr sz="5400">
                <a:solidFill>
                  <a:schemeClr val="lt1"/>
                </a:solidFill>
                <a:latin typeface="Arial"/>
                <a:ea typeface="Arial"/>
                <a:cs typeface="Arial"/>
                <a:sym typeface="Arial"/>
              </a:endParaRPr>
            </a:p>
          </p:txBody>
        </p:sp>
      </p:grpSp>
      <p:sp>
        <p:nvSpPr>
          <p:cNvPr id="525" name="Google Shape;525;p3"/>
          <p:cNvSpPr/>
          <p:nvPr/>
        </p:nvSpPr>
        <p:spPr>
          <a:xfrm>
            <a:off x="759869" y="3384325"/>
            <a:ext cx="5350273" cy="810163"/>
          </a:xfrm>
          <a:prstGeom prst="rect">
            <a:avLst/>
          </a:prstGeom>
          <a:noFill/>
          <a:ln w="25400" cap="flat" cmpd="sng">
            <a:solidFill>
              <a:srgbClr val="F2F2F2"/>
            </a:solidFill>
            <a:prstDash val="lg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526" name="Google Shape;526;p3"/>
          <p:cNvGrpSpPr/>
          <p:nvPr/>
        </p:nvGrpSpPr>
        <p:grpSpPr>
          <a:xfrm>
            <a:off x="6869813" y="4419128"/>
            <a:ext cx="880712" cy="810164"/>
            <a:chOff x="6710403" y="818881"/>
            <a:chExt cx="938013" cy="939583"/>
          </a:xfrm>
        </p:grpSpPr>
        <p:sp>
          <p:nvSpPr>
            <p:cNvPr id="527" name="Google Shape;527;p3"/>
            <p:cNvSpPr/>
            <p:nvPr/>
          </p:nvSpPr>
          <p:spPr>
            <a:xfrm>
              <a:off x="6710403" y="818881"/>
              <a:ext cx="938013" cy="939583"/>
            </a:xfrm>
            <a:prstGeom prst="rect">
              <a:avLst/>
            </a:prstGeom>
            <a:solidFill>
              <a:srgbClr val="FF7C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28" name="Google Shape;528;p3"/>
            <p:cNvSpPr/>
            <p:nvPr/>
          </p:nvSpPr>
          <p:spPr>
            <a:xfrm>
              <a:off x="6837241" y="894260"/>
              <a:ext cx="684331" cy="749579"/>
            </a:xfrm>
            <a:prstGeom prst="rect">
              <a:avLst/>
            </a:prstGeom>
            <a:solidFill>
              <a:srgbClr val="FF7C80"/>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dirty="0">
                  <a:solidFill>
                    <a:schemeClr val="lt1"/>
                  </a:solidFill>
                  <a:latin typeface="Arial"/>
                  <a:ea typeface="Arial"/>
                  <a:cs typeface="Arial"/>
                  <a:sym typeface="Arial"/>
                </a:rPr>
                <a:t>4</a:t>
              </a:r>
              <a:endParaRPr dirty="0"/>
            </a:p>
          </p:txBody>
        </p:sp>
      </p:grpSp>
      <p:sp>
        <p:nvSpPr>
          <p:cNvPr id="529" name="Google Shape;529;p3"/>
          <p:cNvSpPr/>
          <p:nvPr/>
        </p:nvSpPr>
        <p:spPr>
          <a:xfrm>
            <a:off x="813248" y="4655708"/>
            <a:ext cx="485319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3F3F3F"/>
                </a:solidFill>
                <a:latin typeface="Times New Roman"/>
                <a:ea typeface="Times New Roman"/>
                <a:cs typeface="Times New Roman"/>
                <a:sym typeface="Times New Roman"/>
              </a:rPr>
              <a:t>Demo </a:t>
            </a:r>
            <a:r>
              <a:rPr lang="en-US" sz="2400" err="1">
                <a:solidFill>
                  <a:srgbClr val="3F3F3F"/>
                </a:solidFill>
                <a:latin typeface="Times New Roman"/>
                <a:ea typeface="Times New Roman"/>
                <a:cs typeface="Times New Roman"/>
                <a:sym typeface="Times New Roman"/>
              </a:rPr>
              <a:t>Sản</a:t>
            </a:r>
            <a:r>
              <a:rPr lang="en-US" sz="2400">
                <a:solidFill>
                  <a:srgbClr val="3F3F3F"/>
                </a:solidFill>
                <a:latin typeface="Times New Roman"/>
                <a:ea typeface="Times New Roman"/>
                <a:cs typeface="Times New Roman"/>
                <a:sym typeface="Times New Roman"/>
              </a:rPr>
              <a:t> </a:t>
            </a:r>
            <a:r>
              <a:rPr lang="en-US" sz="2400" err="1">
                <a:solidFill>
                  <a:srgbClr val="3F3F3F"/>
                </a:solidFill>
                <a:latin typeface="Times New Roman"/>
                <a:ea typeface="Times New Roman"/>
                <a:cs typeface="Times New Roman"/>
                <a:sym typeface="Times New Roman"/>
              </a:rPr>
              <a:t>Phẩm</a:t>
            </a:r>
            <a:endParaRPr sz="2400">
              <a:solidFill>
                <a:srgbClr val="3F3F3F"/>
              </a:solidFill>
              <a:latin typeface="Times New Roman"/>
              <a:ea typeface="Times New Roman"/>
              <a:cs typeface="Times New Roman"/>
              <a:sym typeface="Times New Roman"/>
            </a:endParaRPr>
          </a:p>
        </p:txBody>
      </p:sp>
      <p:grpSp>
        <p:nvGrpSpPr>
          <p:cNvPr id="530" name="Google Shape;530;p3"/>
          <p:cNvGrpSpPr/>
          <p:nvPr/>
        </p:nvGrpSpPr>
        <p:grpSpPr>
          <a:xfrm rot="-5400000">
            <a:off x="6456211" y="4437713"/>
            <a:ext cx="18288" cy="822960"/>
            <a:chOff x="5839691" y="2713589"/>
            <a:chExt cx="1406625" cy="1430822"/>
          </a:xfrm>
        </p:grpSpPr>
        <p:sp>
          <p:nvSpPr>
            <p:cNvPr id="531" name="Google Shape;531;p3"/>
            <p:cNvSpPr/>
            <p:nvPr/>
          </p:nvSpPr>
          <p:spPr>
            <a:xfrm>
              <a:off x="5839691" y="2713589"/>
              <a:ext cx="1406625" cy="1430822"/>
            </a:xfrm>
            <a:prstGeom prst="rect">
              <a:avLst/>
            </a:prstGeom>
            <a:gradFill>
              <a:gsLst>
                <a:gs pos="0">
                  <a:srgbClr val="D11111"/>
                </a:gs>
                <a:gs pos="80000">
                  <a:srgbClr val="FF1818"/>
                </a:gs>
                <a:gs pos="100000">
                  <a:srgbClr val="FF1313"/>
                </a:gs>
              </a:gsLst>
              <a:lin ang="16200000" scaled="0"/>
            </a:gradFill>
            <a:ln w="9525" cap="flat" cmpd="sng">
              <a:solidFill>
                <a:srgbClr val="FD3030"/>
              </a:solidFill>
              <a:prstDash val="solid"/>
              <a:miter lim="8000"/>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32" name="Google Shape;532;p3"/>
            <p:cNvSpPr/>
            <p:nvPr/>
          </p:nvSpPr>
          <p:spPr>
            <a:xfrm>
              <a:off x="6048641" y="2967335"/>
              <a:ext cx="988724" cy="923330"/>
            </a:xfrm>
            <a:prstGeom prst="rect">
              <a:avLst/>
            </a:prstGeom>
            <a:gradFill>
              <a:gsLst>
                <a:gs pos="0">
                  <a:srgbClr val="D11111"/>
                </a:gs>
                <a:gs pos="80000">
                  <a:srgbClr val="FF1818"/>
                </a:gs>
                <a:gs pos="100000">
                  <a:srgbClr val="FF1313"/>
                </a:gs>
              </a:gsLst>
              <a:lin ang="16200000" scaled="0"/>
            </a:gradFill>
            <a:ln w="9525" cap="flat" cmpd="sng">
              <a:solidFill>
                <a:srgbClr val="FD3030"/>
              </a:solidFill>
              <a:prstDash val="solid"/>
              <a:miter lim="8000"/>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endParaRPr sz="5400">
                <a:solidFill>
                  <a:schemeClr val="lt1"/>
                </a:solidFill>
                <a:latin typeface="Arial"/>
                <a:ea typeface="Arial"/>
                <a:cs typeface="Arial"/>
                <a:sym typeface="Arial"/>
              </a:endParaRPr>
            </a:p>
          </p:txBody>
        </p:sp>
      </p:grpSp>
      <p:sp>
        <p:nvSpPr>
          <p:cNvPr id="533" name="Google Shape;533;p3"/>
          <p:cNvSpPr/>
          <p:nvPr/>
        </p:nvSpPr>
        <p:spPr>
          <a:xfrm>
            <a:off x="766541" y="4444112"/>
            <a:ext cx="5350273" cy="810163"/>
          </a:xfrm>
          <a:prstGeom prst="rect">
            <a:avLst/>
          </a:prstGeom>
          <a:noFill/>
          <a:ln w="25400" cap="flat" cmpd="sng">
            <a:solidFill>
              <a:srgbClr val="F2F2F2"/>
            </a:solidFill>
            <a:prstDash val="lg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534" name="Google Shape;534;p3"/>
          <p:cNvGrpSpPr/>
          <p:nvPr/>
        </p:nvGrpSpPr>
        <p:grpSpPr>
          <a:xfrm>
            <a:off x="6862738" y="5447330"/>
            <a:ext cx="880712" cy="810164"/>
            <a:chOff x="5914998" y="810429"/>
            <a:chExt cx="938013" cy="939583"/>
          </a:xfrm>
        </p:grpSpPr>
        <p:sp>
          <p:nvSpPr>
            <p:cNvPr id="535" name="Google Shape;535;p3"/>
            <p:cNvSpPr/>
            <p:nvPr/>
          </p:nvSpPr>
          <p:spPr>
            <a:xfrm>
              <a:off x="5914998" y="810429"/>
              <a:ext cx="938013" cy="939583"/>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36" name="Google Shape;536;p3"/>
            <p:cNvSpPr/>
            <p:nvPr/>
          </p:nvSpPr>
          <p:spPr>
            <a:xfrm>
              <a:off x="6021503" y="856657"/>
              <a:ext cx="684331" cy="74957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chemeClr val="lt1"/>
                  </a:solidFill>
                  <a:latin typeface="Arial"/>
                  <a:ea typeface="Arial"/>
                  <a:cs typeface="Arial"/>
                  <a:sym typeface="Arial"/>
                </a:rPr>
                <a:t>5</a:t>
              </a:r>
              <a:endParaRPr/>
            </a:p>
          </p:txBody>
        </p:sp>
      </p:grpSp>
      <p:sp>
        <p:nvSpPr>
          <p:cNvPr id="537" name="Google Shape;537;p3"/>
          <p:cNvSpPr/>
          <p:nvPr/>
        </p:nvSpPr>
        <p:spPr>
          <a:xfrm>
            <a:off x="813248" y="5719529"/>
            <a:ext cx="485319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err="1">
                <a:solidFill>
                  <a:srgbClr val="3F3F3F"/>
                </a:solidFill>
                <a:latin typeface="Times New Roman"/>
                <a:ea typeface="Times New Roman"/>
                <a:cs typeface="Times New Roman"/>
                <a:sym typeface="Times New Roman"/>
              </a:rPr>
              <a:t>Hạn</a:t>
            </a:r>
            <a:r>
              <a:rPr lang="en-US" sz="2400" dirty="0">
                <a:solidFill>
                  <a:srgbClr val="3F3F3F"/>
                </a:solidFill>
                <a:latin typeface="Times New Roman"/>
                <a:ea typeface="Times New Roman"/>
                <a:cs typeface="Times New Roman"/>
                <a:sym typeface="Times New Roman"/>
              </a:rPr>
              <a:t> </a:t>
            </a:r>
            <a:r>
              <a:rPr lang="en-US" sz="2400" dirty="0" err="1">
                <a:solidFill>
                  <a:srgbClr val="3F3F3F"/>
                </a:solidFill>
                <a:latin typeface="Times New Roman"/>
                <a:ea typeface="Times New Roman"/>
                <a:cs typeface="Times New Roman"/>
                <a:sym typeface="Times New Roman"/>
              </a:rPr>
              <a:t>chế</a:t>
            </a:r>
            <a:r>
              <a:rPr lang="en-US" sz="2400" dirty="0">
                <a:solidFill>
                  <a:srgbClr val="3F3F3F"/>
                </a:solidFill>
                <a:latin typeface="Times New Roman"/>
                <a:ea typeface="Times New Roman"/>
                <a:cs typeface="Times New Roman"/>
                <a:sym typeface="Times New Roman"/>
              </a:rPr>
              <a:t> </a:t>
            </a:r>
            <a:r>
              <a:rPr lang="en-US" sz="2400" dirty="0" err="1">
                <a:solidFill>
                  <a:srgbClr val="3F3F3F"/>
                </a:solidFill>
                <a:latin typeface="Times New Roman"/>
                <a:ea typeface="Times New Roman"/>
                <a:cs typeface="Times New Roman"/>
                <a:sym typeface="Times New Roman"/>
              </a:rPr>
              <a:t>và</a:t>
            </a:r>
            <a:r>
              <a:rPr lang="en-US" sz="2400" dirty="0">
                <a:solidFill>
                  <a:srgbClr val="3F3F3F"/>
                </a:solidFill>
                <a:latin typeface="Times New Roman"/>
                <a:ea typeface="Times New Roman"/>
                <a:cs typeface="Times New Roman"/>
                <a:sym typeface="Times New Roman"/>
              </a:rPr>
              <a:t> </a:t>
            </a:r>
            <a:r>
              <a:rPr lang="en-US" sz="2400" dirty="0" err="1">
                <a:solidFill>
                  <a:srgbClr val="3F3F3F"/>
                </a:solidFill>
                <a:latin typeface="Times New Roman"/>
                <a:ea typeface="Times New Roman"/>
                <a:cs typeface="Times New Roman"/>
                <a:sym typeface="Times New Roman"/>
              </a:rPr>
              <a:t>hướng</a:t>
            </a:r>
            <a:r>
              <a:rPr lang="en-US" sz="2400" dirty="0">
                <a:solidFill>
                  <a:srgbClr val="3F3F3F"/>
                </a:solidFill>
                <a:latin typeface="Times New Roman"/>
                <a:ea typeface="Times New Roman"/>
                <a:cs typeface="Times New Roman"/>
                <a:sym typeface="Times New Roman"/>
              </a:rPr>
              <a:t> </a:t>
            </a:r>
            <a:r>
              <a:rPr lang="en-US" sz="2400" dirty="0" err="1">
                <a:solidFill>
                  <a:srgbClr val="3F3F3F"/>
                </a:solidFill>
                <a:latin typeface="Times New Roman"/>
                <a:ea typeface="Times New Roman"/>
                <a:cs typeface="Times New Roman"/>
                <a:sym typeface="Times New Roman"/>
              </a:rPr>
              <a:t>phát</a:t>
            </a:r>
            <a:r>
              <a:rPr lang="en-US" sz="2400" dirty="0">
                <a:solidFill>
                  <a:srgbClr val="3F3F3F"/>
                </a:solidFill>
                <a:latin typeface="Times New Roman"/>
                <a:ea typeface="Times New Roman"/>
                <a:cs typeface="Times New Roman"/>
                <a:sym typeface="Times New Roman"/>
              </a:rPr>
              <a:t> </a:t>
            </a:r>
            <a:r>
              <a:rPr lang="en-US" sz="2400" dirty="0" err="1">
                <a:solidFill>
                  <a:srgbClr val="3F3F3F"/>
                </a:solidFill>
                <a:latin typeface="Times New Roman"/>
                <a:ea typeface="Times New Roman"/>
                <a:cs typeface="Times New Roman"/>
                <a:sym typeface="Times New Roman"/>
              </a:rPr>
              <a:t>triển</a:t>
            </a:r>
            <a:endParaRPr sz="2400" dirty="0">
              <a:solidFill>
                <a:srgbClr val="3F3F3F"/>
              </a:solidFill>
              <a:latin typeface="Times New Roman"/>
              <a:ea typeface="Times New Roman"/>
              <a:cs typeface="Times New Roman"/>
              <a:sym typeface="Times New Roman"/>
            </a:endParaRPr>
          </a:p>
        </p:txBody>
      </p:sp>
      <p:grpSp>
        <p:nvGrpSpPr>
          <p:cNvPr id="538" name="Google Shape;538;p3"/>
          <p:cNvGrpSpPr/>
          <p:nvPr/>
        </p:nvGrpSpPr>
        <p:grpSpPr>
          <a:xfrm rot="-5400000">
            <a:off x="6414943" y="5490764"/>
            <a:ext cx="18288" cy="822960"/>
            <a:chOff x="5839691" y="2713589"/>
            <a:chExt cx="1406625" cy="1430822"/>
          </a:xfrm>
        </p:grpSpPr>
        <p:sp>
          <p:nvSpPr>
            <p:cNvPr id="539" name="Google Shape;539;p3"/>
            <p:cNvSpPr/>
            <p:nvPr/>
          </p:nvSpPr>
          <p:spPr>
            <a:xfrm>
              <a:off x="5839691" y="2713589"/>
              <a:ext cx="1406625" cy="1430822"/>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40" name="Google Shape;540;p3"/>
            <p:cNvSpPr/>
            <p:nvPr/>
          </p:nvSpPr>
          <p:spPr>
            <a:xfrm>
              <a:off x="6048641" y="2967335"/>
              <a:ext cx="988724" cy="923330"/>
            </a:xfrm>
            <a:prstGeom prst="rect">
              <a:avLst/>
            </a:prstGeom>
            <a:solidFill>
              <a:srgbClr val="00B050"/>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5400">
                <a:solidFill>
                  <a:schemeClr val="lt1"/>
                </a:solidFill>
                <a:latin typeface="Arial"/>
                <a:ea typeface="Arial"/>
                <a:cs typeface="Arial"/>
                <a:sym typeface="Arial"/>
              </a:endParaRPr>
            </a:p>
          </p:txBody>
        </p:sp>
      </p:grpSp>
      <p:sp>
        <p:nvSpPr>
          <p:cNvPr id="541" name="Google Shape;541;p3"/>
          <p:cNvSpPr/>
          <p:nvPr/>
        </p:nvSpPr>
        <p:spPr>
          <a:xfrm>
            <a:off x="807558" y="5527276"/>
            <a:ext cx="5350273" cy="810163"/>
          </a:xfrm>
          <a:prstGeom prst="rect">
            <a:avLst/>
          </a:prstGeom>
          <a:noFill/>
          <a:ln w="25400" cap="flat" cmpd="sng">
            <a:solidFill>
              <a:srgbClr val="F2F2F2"/>
            </a:solidFill>
            <a:prstDash val="lg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42" name="Google Shape;542;p3"/>
          <p:cNvSpPr/>
          <p:nvPr/>
        </p:nvSpPr>
        <p:spPr>
          <a:xfrm>
            <a:off x="813248" y="3485884"/>
            <a:ext cx="485319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err="1">
                <a:solidFill>
                  <a:srgbClr val="3F3F3F"/>
                </a:solidFill>
                <a:latin typeface="Times New Roman"/>
                <a:ea typeface="Times New Roman"/>
                <a:cs typeface="Times New Roman"/>
                <a:sym typeface="Times New Roman"/>
              </a:rPr>
              <a:t>Phân</a:t>
            </a:r>
            <a:r>
              <a:rPr lang="en-US" sz="2400" dirty="0">
                <a:solidFill>
                  <a:srgbClr val="3F3F3F"/>
                </a:solidFill>
                <a:latin typeface="Times New Roman"/>
                <a:ea typeface="Times New Roman"/>
                <a:cs typeface="Times New Roman"/>
                <a:sym typeface="Times New Roman"/>
              </a:rPr>
              <a:t> </a:t>
            </a:r>
            <a:r>
              <a:rPr lang="en-US" sz="2400" dirty="0" err="1">
                <a:solidFill>
                  <a:srgbClr val="3F3F3F"/>
                </a:solidFill>
                <a:latin typeface="Times New Roman"/>
                <a:ea typeface="Times New Roman"/>
                <a:cs typeface="Times New Roman"/>
                <a:sym typeface="Times New Roman"/>
              </a:rPr>
              <a:t>tích</a:t>
            </a:r>
            <a:r>
              <a:rPr lang="en-US" sz="2400" dirty="0">
                <a:solidFill>
                  <a:srgbClr val="3F3F3F"/>
                </a:solidFill>
                <a:latin typeface="Times New Roman"/>
                <a:ea typeface="Times New Roman"/>
                <a:cs typeface="Times New Roman"/>
                <a:sym typeface="Times New Roman"/>
              </a:rPr>
              <a:t> </a:t>
            </a:r>
            <a:r>
              <a:rPr lang="en-US" sz="2400" dirty="0" err="1">
                <a:solidFill>
                  <a:srgbClr val="3F3F3F"/>
                </a:solidFill>
                <a:latin typeface="Times New Roman"/>
                <a:ea typeface="Times New Roman"/>
                <a:cs typeface="Times New Roman"/>
                <a:sym typeface="Times New Roman"/>
              </a:rPr>
              <a:t>thiết</a:t>
            </a:r>
            <a:r>
              <a:rPr lang="en-US" sz="2400" dirty="0">
                <a:solidFill>
                  <a:srgbClr val="3F3F3F"/>
                </a:solidFill>
                <a:latin typeface="Times New Roman"/>
                <a:ea typeface="Times New Roman"/>
                <a:cs typeface="Times New Roman"/>
                <a:sym typeface="Times New Roman"/>
              </a:rPr>
              <a:t> </a:t>
            </a:r>
            <a:r>
              <a:rPr lang="en-US" sz="2400" dirty="0" err="1">
                <a:solidFill>
                  <a:srgbClr val="3F3F3F"/>
                </a:solidFill>
                <a:latin typeface="Times New Roman"/>
                <a:ea typeface="Times New Roman"/>
                <a:cs typeface="Times New Roman"/>
                <a:sym typeface="Times New Roman"/>
              </a:rPr>
              <a:t>kế</a:t>
            </a:r>
            <a:r>
              <a:rPr lang="en-US" sz="2400" dirty="0">
                <a:solidFill>
                  <a:srgbClr val="3F3F3F"/>
                </a:solidFill>
                <a:latin typeface="Times New Roman"/>
                <a:ea typeface="Times New Roman"/>
                <a:cs typeface="Times New Roman"/>
                <a:sym typeface="Times New Roman"/>
              </a:rPr>
              <a:t> </a:t>
            </a:r>
            <a:r>
              <a:rPr lang="en-US" sz="2400" dirty="0" err="1">
                <a:solidFill>
                  <a:srgbClr val="3F3F3F"/>
                </a:solidFill>
                <a:latin typeface="Times New Roman"/>
                <a:ea typeface="Times New Roman"/>
                <a:cs typeface="Times New Roman"/>
                <a:sym typeface="Times New Roman"/>
              </a:rPr>
              <a:t>hệ</a:t>
            </a:r>
            <a:r>
              <a:rPr lang="en-US" sz="2400" dirty="0">
                <a:solidFill>
                  <a:srgbClr val="3F3F3F"/>
                </a:solidFill>
                <a:latin typeface="Times New Roman"/>
                <a:ea typeface="Times New Roman"/>
                <a:cs typeface="Times New Roman"/>
                <a:sym typeface="Times New Roman"/>
              </a:rPr>
              <a:t> </a:t>
            </a:r>
            <a:r>
              <a:rPr lang="en-US" sz="2400" dirty="0" err="1">
                <a:solidFill>
                  <a:srgbClr val="3F3F3F"/>
                </a:solidFill>
                <a:latin typeface="Times New Roman"/>
                <a:ea typeface="Times New Roman"/>
                <a:cs typeface="Times New Roman"/>
                <a:sym typeface="Times New Roman"/>
              </a:rPr>
              <a:t>thống</a:t>
            </a:r>
            <a:endParaRPr sz="2400" dirty="0">
              <a:solidFill>
                <a:srgbClr val="3F3F3F"/>
              </a:solidFill>
              <a:latin typeface="Times New Roman"/>
              <a:ea typeface="Times New Roman"/>
              <a:cs typeface="Times New Roman"/>
              <a:sym typeface="Times New Roman"/>
            </a:endParaRPr>
          </a:p>
        </p:txBody>
      </p:sp>
      <p:sp>
        <p:nvSpPr>
          <p:cNvPr id="543" name="Google Shape;543;p3"/>
          <p:cNvSpPr/>
          <p:nvPr/>
        </p:nvSpPr>
        <p:spPr>
          <a:xfrm>
            <a:off x="884289" y="2390978"/>
            <a:ext cx="485319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400" dirty="0">
                <a:solidFill>
                  <a:srgbClr val="3F3F3F"/>
                </a:solidFill>
                <a:latin typeface="Times New Roman"/>
                <a:ea typeface="Times New Roman"/>
                <a:cs typeface="Times New Roman"/>
                <a:sym typeface="Times New Roman"/>
              </a:rPr>
              <a:t>Công nghệ và ngôn ngữ sử dụng</a:t>
            </a:r>
            <a:endParaRPr sz="2400" dirty="0">
              <a:solidFill>
                <a:srgbClr val="3F3F3F"/>
              </a:solidFill>
              <a:latin typeface="Times New Roman"/>
              <a:ea typeface="Times New Roman"/>
              <a:cs typeface="Times New Roman"/>
              <a:sym typeface="Times New Roman"/>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6"/>
                                        </p:tgtEl>
                                        <p:attrNameLst>
                                          <p:attrName>style.visibility</p:attrName>
                                        </p:attrNameLst>
                                      </p:cBhvr>
                                      <p:to>
                                        <p:strVal val="visible"/>
                                      </p:to>
                                    </p:set>
                                    <p:animEffect transition="in" filter="fade">
                                      <p:cBhvr>
                                        <p:cTn id="7" dur="500"/>
                                        <p:tgtEl>
                                          <p:spTgt spid="49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99"/>
                                        </p:tgtEl>
                                        <p:attrNameLst>
                                          <p:attrName>style.visibility</p:attrName>
                                        </p:attrNameLst>
                                      </p:cBhvr>
                                      <p:to>
                                        <p:strVal val="visible"/>
                                      </p:to>
                                    </p:set>
                                    <p:animEffect transition="in" filter="fade">
                                      <p:cBhvr>
                                        <p:cTn id="11" dur="500"/>
                                        <p:tgtEl>
                                          <p:spTgt spid="49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12"/>
                                        </p:tgtEl>
                                        <p:attrNameLst>
                                          <p:attrName>style.visibility</p:attrName>
                                        </p:attrNameLst>
                                      </p:cBhvr>
                                      <p:to>
                                        <p:strVal val="visible"/>
                                      </p:to>
                                    </p:set>
                                    <p:animEffect transition="in" filter="fade">
                                      <p:cBhvr>
                                        <p:cTn id="16" dur="500"/>
                                        <p:tgtEl>
                                          <p:spTgt spid="512"/>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543"/>
                                        </p:tgtEl>
                                        <p:attrNameLst>
                                          <p:attrName>style.visibility</p:attrName>
                                        </p:attrNameLst>
                                      </p:cBhvr>
                                      <p:to>
                                        <p:strVal val="visible"/>
                                      </p:to>
                                    </p:set>
                                    <p:animEffect transition="in" filter="fade">
                                      <p:cBhvr>
                                        <p:cTn id="20" dur="500"/>
                                        <p:tgtEl>
                                          <p:spTgt spid="54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19"/>
                                        </p:tgtEl>
                                        <p:attrNameLst>
                                          <p:attrName>style.visibility</p:attrName>
                                        </p:attrNameLst>
                                      </p:cBhvr>
                                      <p:to>
                                        <p:strVal val="visible"/>
                                      </p:to>
                                    </p:set>
                                    <p:animEffect transition="in" filter="fade">
                                      <p:cBhvr>
                                        <p:cTn id="25" dur="500"/>
                                        <p:tgtEl>
                                          <p:spTgt spid="519"/>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542"/>
                                        </p:tgtEl>
                                        <p:attrNameLst>
                                          <p:attrName>style.visibility</p:attrName>
                                        </p:attrNameLst>
                                      </p:cBhvr>
                                      <p:to>
                                        <p:strVal val="visible"/>
                                      </p:to>
                                    </p:set>
                                    <p:animEffect transition="in" filter="fade">
                                      <p:cBhvr>
                                        <p:cTn id="29" dur="500"/>
                                        <p:tgtEl>
                                          <p:spTgt spid="54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526"/>
                                        </p:tgtEl>
                                        <p:attrNameLst>
                                          <p:attrName>style.visibility</p:attrName>
                                        </p:attrNameLst>
                                      </p:cBhvr>
                                      <p:to>
                                        <p:strVal val="visible"/>
                                      </p:to>
                                    </p:set>
                                    <p:animEffect transition="in" filter="fade">
                                      <p:cBhvr>
                                        <p:cTn id="34" dur="500"/>
                                        <p:tgtEl>
                                          <p:spTgt spid="526"/>
                                        </p:tgtEl>
                                      </p:cBhvr>
                                    </p:animEffect>
                                  </p:childTnLst>
                                </p:cTn>
                              </p:par>
                            </p:childTnLst>
                          </p:cTn>
                        </p:par>
                        <p:par>
                          <p:cTn id="35" fill="hold">
                            <p:stCondLst>
                              <p:cond delay="500"/>
                            </p:stCondLst>
                            <p:childTnLst>
                              <p:par>
                                <p:cTn id="36" presetID="10" presetClass="entr" presetSubtype="0" fill="hold" nodeType="afterEffect">
                                  <p:stCondLst>
                                    <p:cond delay="0"/>
                                  </p:stCondLst>
                                  <p:childTnLst>
                                    <p:set>
                                      <p:cBhvr>
                                        <p:cTn id="37" dur="1" fill="hold">
                                          <p:stCondLst>
                                            <p:cond delay="0"/>
                                          </p:stCondLst>
                                        </p:cTn>
                                        <p:tgtEl>
                                          <p:spTgt spid="529"/>
                                        </p:tgtEl>
                                        <p:attrNameLst>
                                          <p:attrName>style.visibility</p:attrName>
                                        </p:attrNameLst>
                                      </p:cBhvr>
                                      <p:to>
                                        <p:strVal val="visible"/>
                                      </p:to>
                                    </p:set>
                                    <p:animEffect transition="in" filter="fade">
                                      <p:cBhvr>
                                        <p:cTn id="38" dur="500"/>
                                        <p:tgtEl>
                                          <p:spTgt spid="529"/>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534"/>
                                        </p:tgtEl>
                                        <p:attrNameLst>
                                          <p:attrName>style.visibility</p:attrName>
                                        </p:attrNameLst>
                                      </p:cBhvr>
                                      <p:to>
                                        <p:strVal val="visible"/>
                                      </p:to>
                                    </p:set>
                                    <p:animEffect transition="in" filter="fade">
                                      <p:cBhvr>
                                        <p:cTn id="43" dur="500"/>
                                        <p:tgtEl>
                                          <p:spTgt spid="534"/>
                                        </p:tgtEl>
                                      </p:cBhvr>
                                    </p:animEffect>
                                  </p:childTnLst>
                                </p:cTn>
                              </p:par>
                            </p:childTnLst>
                          </p:cTn>
                        </p:par>
                        <p:par>
                          <p:cTn id="44" fill="hold">
                            <p:stCondLst>
                              <p:cond delay="500"/>
                            </p:stCondLst>
                            <p:childTnLst>
                              <p:par>
                                <p:cTn id="45" presetID="10" presetClass="entr" presetSubtype="0" fill="hold" nodeType="afterEffect">
                                  <p:stCondLst>
                                    <p:cond delay="0"/>
                                  </p:stCondLst>
                                  <p:childTnLst>
                                    <p:set>
                                      <p:cBhvr>
                                        <p:cTn id="46" dur="1" fill="hold">
                                          <p:stCondLst>
                                            <p:cond delay="0"/>
                                          </p:stCondLst>
                                        </p:cTn>
                                        <p:tgtEl>
                                          <p:spTgt spid="537"/>
                                        </p:tgtEl>
                                        <p:attrNameLst>
                                          <p:attrName>style.visibility</p:attrName>
                                        </p:attrNameLst>
                                      </p:cBhvr>
                                      <p:to>
                                        <p:strVal val="visible"/>
                                      </p:to>
                                    </p:set>
                                    <p:animEffect transition="in" filter="fade">
                                      <p:cBhvr>
                                        <p:cTn id="47" dur="500"/>
                                        <p:tgtEl>
                                          <p:spTgt spid="5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grpSp>
        <p:nvGrpSpPr>
          <p:cNvPr id="549" name="Google Shape;549;p4"/>
          <p:cNvGrpSpPr/>
          <p:nvPr/>
        </p:nvGrpSpPr>
        <p:grpSpPr>
          <a:xfrm>
            <a:off x="2386080" y="0"/>
            <a:ext cx="3314880" cy="6857640"/>
            <a:chOff x="2386080" y="0"/>
            <a:chExt cx="3314880" cy="6857640"/>
          </a:xfrm>
        </p:grpSpPr>
        <p:sp>
          <p:nvSpPr>
            <p:cNvPr id="550" name="Google Shape;550;p4"/>
            <p:cNvSpPr/>
            <p:nvPr/>
          </p:nvSpPr>
          <p:spPr>
            <a:xfrm>
              <a:off x="3050280" y="0"/>
              <a:ext cx="1325520" cy="1142640"/>
            </a:xfrm>
            <a:prstGeom prst="triangle">
              <a:avLst>
                <a:gd name="adj" fmla="val 50000"/>
              </a:avLst>
            </a:prstGeom>
            <a:gradFill>
              <a:gsLst>
                <a:gs pos="0">
                  <a:srgbClr val="CF0000"/>
                </a:gs>
                <a:gs pos="48000">
                  <a:srgbClr val="FF3C3C"/>
                </a:gs>
                <a:gs pos="100000">
                  <a:srgbClr val="FF8787"/>
                </a:gs>
              </a:gsLst>
              <a:lin ang="162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4"/>
            <p:cNvSpPr/>
            <p:nvPr/>
          </p:nvSpPr>
          <p:spPr>
            <a:xfrm rot="10800000" flipH="1">
              <a:off x="3050280" y="1142640"/>
              <a:ext cx="1325520" cy="1142640"/>
            </a:xfrm>
            <a:prstGeom prst="triangle">
              <a:avLst>
                <a:gd name="adj" fmla="val 50000"/>
              </a:avLst>
            </a:prstGeom>
            <a:solidFill>
              <a:srgbClr val="8800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4"/>
            <p:cNvSpPr/>
            <p:nvPr/>
          </p:nvSpPr>
          <p:spPr>
            <a:xfrm rot="10800000" flipH="1">
              <a:off x="2386080" y="0"/>
              <a:ext cx="1325520" cy="1142640"/>
            </a:xfrm>
            <a:prstGeom prst="triangle">
              <a:avLst>
                <a:gd name="adj" fmla="val 50000"/>
              </a:avLst>
            </a:prstGeom>
            <a:gradFill>
              <a:gsLst>
                <a:gs pos="0">
                  <a:srgbClr val="FF7A7B"/>
                </a:gs>
                <a:gs pos="35000">
                  <a:srgbClr val="FFA3A3"/>
                </a:gs>
                <a:gs pos="100000">
                  <a:srgbClr val="FFD6D6"/>
                </a:gs>
              </a:gsLst>
              <a:lin ang="16200000" scaled="0"/>
            </a:gradFill>
            <a:ln w="9525" cap="flat" cmpd="sng">
              <a:solidFill>
                <a:srgbClr val="FD3030"/>
              </a:solidFill>
              <a:prstDash val="solid"/>
              <a:miter lim="8000"/>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4"/>
            <p:cNvSpPr/>
            <p:nvPr/>
          </p:nvSpPr>
          <p:spPr>
            <a:xfrm>
              <a:off x="3712320" y="1143000"/>
              <a:ext cx="1325520" cy="1142640"/>
            </a:xfrm>
            <a:prstGeom prst="triangle">
              <a:avLst>
                <a:gd name="adj" fmla="val 50000"/>
              </a:avLst>
            </a:prstGeom>
            <a:solidFill>
              <a:srgbClr val="ED37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4"/>
            <p:cNvSpPr/>
            <p:nvPr/>
          </p:nvSpPr>
          <p:spPr>
            <a:xfrm rot="10800000" flipH="1">
              <a:off x="3713400" y="2285640"/>
              <a:ext cx="1325520" cy="1142640"/>
            </a:xfrm>
            <a:prstGeom prst="triangle">
              <a:avLst>
                <a:gd name="adj" fmla="val 50000"/>
              </a:avLst>
            </a:prstGeom>
            <a:solidFill>
              <a:srgbClr val="EB19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4"/>
            <p:cNvSpPr/>
            <p:nvPr/>
          </p:nvSpPr>
          <p:spPr>
            <a:xfrm>
              <a:off x="4375440" y="2286000"/>
              <a:ext cx="1325520" cy="1142640"/>
            </a:xfrm>
            <a:prstGeom prst="triangle">
              <a:avLst>
                <a:gd name="adj" fmla="val 50000"/>
              </a:avLst>
            </a:prstGeom>
            <a:solidFill>
              <a:srgbClr val="C21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4"/>
            <p:cNvSpPr/>
            <p:nvPr/>
          </p:nvSpPr>
          <p:spPr>
            <a:xfrm rot="10800000" flipH="1">
              <a:off x="4375440" y="3428640"/>
              <a:ext cx="1325520" cy="1142640"/>
            </a:xfrm>
            <a:prstGeom prst="triangle">
              <a:avLst>
                <a:gd name="adj" fmla="val 50000"/>
              </a:avLst>
            </a:prstGeom>
            <a:solidFill>
              <a:srgbClr val="ED37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4"/>
            <p:cNvSpPr/>
            <p:nvPr/>
          </p:nvSpPr>
          <p:spPr>
            <a:xfrm>
              <a:off x="3711960" y="3429000"/>
              <a:ext cx="1325520" cy="1142640"/>
            </a:xfrm>
            <a:prstGeom prst="triangle">
              <a:avLst>
                <a:gd name="adj" fmla="val 50000"/>
              </a:avLst>
            </a:prstGeom>
            <a:solidFill>
              <a:srgbClr val="8800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4"/>
            <p:cNvSpPr/>
            <p:nvPr/>
          </p:nvSpPr>
          <p:spPr>
            <a:xfrm rot="10800000" flipH="1">
              <a:off x="3711960" y="4571640"/>
              <a:ext cx="1325520" cy="1142640"/>
            </a:xfrm>
            <a:prstGeom prst="triangle">
              <a:avLst>
                <a:gd name="adj" fmla="val 50000"/>
              </a:avLst>
            </a:pr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4"/>
            <p:cNvSpPr/>
            <p:nvPr/>
          </p:nvSpPr>
          <p:spPr>
            <a:xfrm>
              <a:off x="3047400" y="4572000"/>
              <a:ext cx="1325520" cy="114264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4"/>
            <p:cNvSpPr/>
            <p:nvPr/>
          </p:nvSpPr>
          <p:spPr>
            <a:xfrm rot="10800000" flipH="1">
              <a:off x="3050280" y="5714640"/>
              <a:ext cx="1325520" cy="1142640"/>
            </a:xfrm>
            <a:prstGeom prst="triangle">
              <a:avLst>
                <a:gd name="adj" fmla="val 50000"/>
              </a:avLst>
            </a:pr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4"/>
            <p:cNvSpPr/>
            <p:nvPr/>
          </p:nvSpPr>
          <p:spPr>
            <a:xfrm>
              <a:off x="2386080" y="5715000"/>
              <a:ext cx="1325520" cy="114264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2" name="Google Shape;562;p4"/>
          <p:cNvSpPr/>
          <p:nvPr/>
        </p:nvSpPr>
        <p:spPr>
          <a:xfrm>
            <a:off x="820800" y="3013560"/>
            <a:ext cx="3767760" cy="82152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4800" b="1" i="1" strike="noStrike">
                <a:solidFill>
                  <a:srgbClr val="FF3737"/>
                </a:solidFill>
                <a:latin typeface="Calibri"/>
                <a:ea typeface="Calibri"/>
                <a:cs typeface="Calibri"/>
                <a:sym typeface="Calibri"/>
              </a:rPr>
              <a:t>Phần 01 :</a:t>
            </a:r>
            <a:endParaRPr sz="4800" b="0" strike="noStrike">
              <a:solidFill>
                <a:schemeClr val="dk1"/>
              </a:solidFill>
              <a:latin typeface="Arial"/>
              <a:ea typeface="Arial"/>
              <a:cs typeface="Arial"/>
              <a:sym typeface="Arial"/>
            </a:endParaRPr>
          </a:p>
        </p:txBody>
      </p:sp>
      <p:grpSp>
        <p:nvGrpSpPr>
          <p:cNvPr id="563" name="Google Shape;563;p4"/>
          <p:cNvGrpSpPr/>
          <p:nvPr/>
        </p:nvGrpSpPr>
        <p:grpSpPr>
          <a:xfrm>
            <a:off x="5867401" y="2495347"/>
            <a:ext cx="4937098" cy="2914853"/>
            <a:chOff x="5894486" y="1770109"/>
            <a:chExt cx="5259520" cy="365051"/>
          </a:xfrm>
        </p:grpSpPr>
        <p:sp>
          <p:nvSpPr>
            <p:cNvPr id="564" name="Google Shape;564;p4"/>
            <p:cNvSpPr/>
            <p:nvPr/>
          </p:nvSpPr>
          <p:spPr>
            <a:xfrm>
              <a:off x="5894486" y="1770109"/>
              <a:ext cx="5259520" cy="219527"/>
            </a:xfrm>
            <a:prstGeom prst="rect">
              <a:avLst/>
            </a:prstGeom>
            <a:no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5400" b="1" strike="noStrike"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TỔNG QUAN </a:t>
              </a:r>
              <a:endParaRPr sz="54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100000"/>
                </a:lnSpc>
                <a:spcBef>
                  <a:spcPts val="0"/>
                </a:spcBef>
                <a:spcAft>
                  <a:spcPts val="0"/>
                </a:spcAft>
                <a:buNone/>
              </a:pPr>
              <a:r>
                <a:rPr lang="en-US" sz="5400" b="1" strike="noStrike"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rPr>
                <a:t>VỀ ĐỀ TÀI</a:t>
              </a:r>
              <a:endParaRPr sz="5400" b="0" strike="noStrike" dirty="0">
                <a:solidFill>
                  <a:schemeClr val="tx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565" name="Google Shape;565;p4"/>
            <p:cNvSpPr/>
            <p:nvPr/>
          </p:nvSpPr>
          <p:spPr>
            <a:xfrm>
              <a:off x="6525360" y="1770480"/>
              <a:ext cx="297000" cy="364680"/>
            </a:xfrm>
            <a:prstGeom prst="rect">
              <a:avLst/>
            </a:prstGeom>
            <a:no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1800" b="0" i="1" strike="noStrike">
                  <a:solidFill>
                    <a:srgbClr val="FFFFFF"/>
                  </a:solidFill>
                  <a:latin typeface="Calibri"/>
                  <a:ea typeface="Calibri"/>
                  <a:cs typeface="Calibri"/>
                  <a:sym typeface="Calibri"/>
                </a:rPr>
                <a:t>1</a:t>
              </a:r>
              <a:endParaRPr sz="1800" b="0" strike="noStrike">
                <a:solidFill>
                  <a:schemeClr val="dk1"/>
                </a:solidFill>
                <a:latin typeface="Arial"/>
                <a:ea typeface="Arial"/>
                <a:cs typeface="Arial"/>
                <a:sym typeface="Arial"/>
              </a:endParaRPr>
            </a:p>
          </p:txBody>
        </p:sp>
      </p:grpSp>
      <p:sp>
        <p:nvSpPr>
          <p:cNvPr id="566" name="Google Shape;566;p4"/>
          <p:cNvSpPr/>
          <p:nvPr/>
        </p:nvSpPr>
        <p:spPr>
          <a:xfrm>
            <a:off x="11468984" y="39257"/>
            <a:ext cx="643320" cy="593280"/>
          </a:xfrm>
          <a:custGeom>
            <a:avLst/>
            <a:gdLst/>
            <a:ahLst/>
            <a:cxnLst/>
            <a:rect l="l" t="t" r="r" b="b"/>
            <a:pathLst>
              <a:path w="578320" h="533197" extrusionOk="0">
                <a:moveTo>
                  <a:pt x="469488" y="312166"/>
                </a:moveTo>
                <a:cubicBezTo>
                  <a:pt x="499002" y="312166"/>
                  <a:pt x="523904" y="335190"/>
                  <a:pt x="523904" y="363740"/>
                </a:cubicBezTo>
                <a:lnTo>
                  <a:pt x="523904" y="376634"/>
                </a:lnTo>
                <a:cubicBezTo>
                  <a:pt x="523904" y="376634"/>
                  <a:pt x="529438" y="381238"/>
                  <a:pt x="527594" y="391369"/>
                </a:cubicBezTo>
                <a:cubicBezTo>
                  <a:pt x="526671" y="404262"/>
                  <a:pt x="512837" y="411630"/>
                  <a:pt x="512837" y="411630"/>
                </a:cubicBezTo>
                <a:cubicBezTo>
                  <a:pt x="512837" y="411630"/>
                  <a:pt x="509147" y="430970"/>
                  <a:pt x="498080" y="440180"/>
                </a:cubicBezTo>
                <a:cubicBezTo>
                  <a:pt x="494391" y="467809"/>
                  <a:pt x="513759" y="470572"/>
                  <a:pt x="529438" y="475176"/>
                </a:cubicBezTo>
                <a:cubicBezTo>
                  <a:pt x="555263" y="483465"/>
                  <a:pt x="578320" y="485307"/>
                  <a:pt x="578320" y="518462"/>
                </a:cubicBezTo>
                <a:cubicBezTo>
                  <a:pt x="578320" y="525829"/>
                  <a:pt x="543273" y="532276"/>
                  <a:pt x="485168" y="533197"/>
                </a:cubicBezTo>
                <a:lnTo>
                  <a:pt x="477789" y="486228"/>
                </a:lnTo>
                <a:lnTo>
                  <a:pt x="481478" y="479781"/>
                </a:lnTo>
                <a:cubicBezTo>
                  <a:pt x="481478" y="478860"/>
                  <a:pt x="481478" y="477939"/>
                  <a:pt x="480556" y="477939"/>
                </a:cubicBezTo>
                <a:lnTo>
                  <a:pt x="471333" y="466888"/>
                </a:lnTo>
                <a:cubicBezTo>
                  <a:pt x="470411" y="465967"/>
                  <a:pt x="468566" y="465967"/>
                  <a:pt x="467644" y="466888"/>
                </a:cubicBezTo>
                <a:lnTo>
                  <a:pt x="458421" y="477939"/>
                </a:lnTo>
                <a:cubicBezTo>
                  <a:pt x="457499" y="477939"/>
                  <a:pt x="457499" y="478860"/>
                  <a:pt x="458421" y="479781"/>
                </a:cubicBezTo>
                <a:lnTo>
                  <a:pt x="462110" y="486228"/>
                </a:lnTo>
                <a:lnTo>
                  <a:pt x="454732" y="533197"/>
                </a:lnTo>
                <a:cubicBezTo>
                  <a:pt x="396627" y="532276"/>
                  <a:pt x="361579" y="525829"/>
                  <a:pt x="361579" y="518462"/>
                </a:cubicBezTo>
                <a:cubicBezTo>
                  <a:pt x="361579" y="485307"/>
                  <a:pt x="384637" y="483465"/>
                  <a:pt x="409539" y="475176"/>
                </a:cubicBezTo>
                <a:cubicBezTo>
                  <a:pt x="425218" y="470572"/>
                  <a:pt x="444586" y="466888"/>
                  <a:pt x="440897" y="440180"/>
                </a:cubicBezTo>
                <a:cubicBezTo>
                  <a:pt x="430752" y="430970"/>
                  <a:pt x="427063" y="411630"/>
                  <a:pt x="427063" y="411630"/>
                </a:cubicBezTo>
                <a:cubicBezTo>
                  <a:pt x="427063" y="411630"/>
                  <a:pt x="413228" y="404262"/>
                  <a:pt x="411383" y="391369"/>
                </a:cubicBezTo>
                <a:cubicBezTo>
                  <a:pt x="410461" y="381238"/>
                  <a:pt x="415995" y="376634"/>
                  <a:pt x="415995" y="376634"/>
                </a:cubicBezTo>
                <a:lnTo>
                  <a:pt x="415995" y="363740"/>
                </a:lnTo>
                <a:cubicBezTo>
                  <a:pt x="415995" y="335190"/>
                  <a:pt x="439975" y="312166"/>
                  <a:pt x="469488" y="312166"/>
                </a:cubicBezTo>
                <a:close/>
                <a:moveTo>
                  <a:pt x="107909" y="312166"/>
                </a:moveTo>
                <a:cubicBezTo>
                  <a:pt x="138345" y="312166"/>
                  <a:pt x="162325" y="335190"/>
                  <a:pt x="162325" y="363740"/>
                </a:cubicBezTo>
                <a:lnTo>
                  <a:pt x="162325" y="376634"/>
                </a:lnTo>
                <a:cubicBezTo>
                  <a:pt x="162325" y="376634"/>
                  <a:pt x="167859" y="381238"/>
                  <a:pt x="166937" y="391369"/>
                </a:cubicBezTo>
                <a:cubicBezTo>
                  <a:pt x="165092" y="404262"/>
                  <a:pt x="151257" y="411630"/>
                  <a:pt x="151257" y="411630"/>
                </a:cubicBezTo>
                <a:cubicBezTo>
                  <a:pt x="151257" y="411630"/>
                  <a:pt x="147568" y="430970"/>
                  <a:pt x="137423" y="440180"/>
                </a:cubicBezTo>
                <a:cubicBezTo>
                  <a:pt x="132811" y="467809"/>
                  <a:pt x="152180" y="470572"/>
                  <a:pt x="167859" y="475176"/>
                </a:cubicBezTo>
                <a:cubicBezTo>
                  <a:pt x="193684" y="483465"/>
                  <a:pt x="216741" y="485307"/>
                  <a:pt x="216741" y="518462"/>
                </a:cubicBezTo>
                <a:cubicBezTo>
                  <a:pt x="216741" y="525829"/>
                  <a:pt x="181693" y="532276"/>
                  <a:pt x="123588" y="533197"/>
                </a:cubicBezTo>
                <a:lnTo>
                  <a:pt x="116210" y="486228"/>
                </a:lnTo>
                <a:lnTo>
                  <a:pt x="119899" y="479781"/>
                </a:lnTo>
                <a:cubicBezTo>
                  <a:pt x="120821" y="478860"/>
                  <a:pt x="119899" y="477939"/>
                  <a:pt x="119899" y="477939"/>
                </a:cubicBezTo>
                <a:lnTo>
                  <a:pt x="109754" y="466888"/>
                </a:lnTo>
                <a:cubicBezTo>
                  <a:pt x="108832" y="465967"/>
                  <a:pt x="107909" y="465967"/>
                  <a:pt x="106987" y="466888"/>
                </a:cubicBezTo>
                <a:lnTo>
                  <a:pt x="96842" y="477939"/>
                </a:lnTo>
                <a:cubicBezTo>
                  <a:pt x="96842" y="477939"/>
                  <a:pt x="95919" y="478860"/>
                  <a:pt x="96842" y="479781"/>
                </a:cubicBezTo>
                <a:lnTo>
                  <a:pt x="100531" y="486228"/>
                </a:lnTo>
                <a:lnTo>
                  <a:pt x="93152" y="533197"/>
                </a:lnTo>
                <a:cubicBezTo>
                  <a:pt x="35047" y="532276"/>
                  <a:pt x="0" y="525829"/>
                  <a:pt x="0" y="518462"/>
                </a:cubicBezTo>
                <a:cubicBezTo>
                  <a:pt x="0" y="485307"/>
                  <a:pt x="23057" y="483465"/>
                  <a:pt x="48882" y="475176"/>
                </a:cubicBezTo>
                <a:cubicBezTo>
                  <a:pt x="64561" y="470572"/>
                  <a:pt x="83929" y="466888"/>
                  <a:pt x="79318" y="440180"/>
                </a:cubicBezTo>
                <a:cubicBezTo>
                  <a:pt x="69173" y="430970"/>
                  <a:pt x="65483" y="411630"/>
                  <a:pt x="65483" y="411630"/>
                </a:cubicBezTo>
                <a:cubicBezTo>
                  <a:pt x="65483" y="411630"/>
                  <a:pt x="51649" y="404262"/>
                  <a:pt x="49804" y="391369"/>
                </a:cubicBezTo>
                <a:cubicBezTo>
                  <a:pt x="48882" y="381238"/>
                  <a:pt x="54416" y="376634"/>
                  <a:pt x="54416" y="376634"/>
                </a:cubicBezTo>
                <a:lnTo>
                  <a:pt x="54416" y="363740"/>
                </a:lnTo>
                <a:cubicBezTo>
                  <a:pt x="54416" y="335190"/>
                  <a:pt x="78396" y="312166"/>
                  <a:pt x="107909" y="312166"/>
                </a:cubicBezTo>
                <a:close/>
                <a:moveTo>
                  <a:pt x="288717" y="237601"/>
                </a:moveTo>
                <a:cubicBezTo>
                  <a:pt x="297024" y="237601"/>
                  <a:pt x="303485" y="244048"/>
                  <a:pt x="303485" y="252338"/>
                </a:cubicBezTo>
                <a:lnTo>
                  <a:pt x="303485" y="331547"/>
                </a:lnTo>
                <a:lnTo>
                  <a:pt x="384708" y="398782"/>
                </a:lnTo>
                <a:cubicBezTo>
                  <a:pt x="390246" y="403387"/>
                  <a:pt x="391169" y="412598"/>
                  <a:pt x="386554" y="419045"/>
                </a:cubicBezTo>
                <a:cubicBezTo>
                  <a:pt x="383785" y="421808"/>
                  <a:pt x="379170" y="423650"/>
                  <a:pt x="375478" y="423650"/>
                </a:cubicBezTo>
                <a:cubicBezTo>
                  <a:pt x="371786" y="423650"/>
                  <a:pt x="369017" y="422729"/>
                  <a:pt x="366248" y="420887"/>
                </a:cubicBezTo>
                <a:lnTo>
                  <a:pt x="288717" y="356415"/>
                </a:lnTo>
                <a:lnTo>
                  <a:pt x="212108" y="420887"/>
                </a:lnTo>
                <a:cubicBezTo>
                  <a:pt x="205647" y="425492"/>
                  <a:pt x="196417" y="424571"/>
                  <a:pt x="191802" y="419045"/>
                </a:cubicBezTo>
                <a:cubicBezTo>
                  <a:pt x="186264" y="412598"/>
                  <a:pt x="187187" y="403387"/>
                  <a:pt x="193648" y="398782"/>
                </a:cubicBezTo>
                <a:lnTo>
                  <a:pt x="274872" y="331547"/>
                </a:lnTo>
                <a:lnTo>
                  <a:pt x="274872" y="252338"/>
                </a:lnTo>
                <a:cubicBezTo>
                  <a:pt x="274872" y="244048"/>
                  <a:pt x="281333" y="237601"/>
                  <a:pt x="288717" y="237601"/>
                </a:cubicBezTo>
                <a:close/>
                <a:moveTo>
                  <a:pt x="288699" y="0"/>
                </a:moveTo>
                <a:cubicBezTo>
                  <a:pt x="318213" y="0"/>
                  <a:pt x="343115" y="22103"/>
                  <a:pt x="343115" y="50653"/>
                </a:cubicBezTo>
                <a:lnTo>
                  <a:pt x="343115" y="63546"/>
                </a:lnTo>
                <a:cubicBezTo>
                  <a:pt x="343115" y="63546"/>
                  <a:pt x="348649" y="68151"/>
                  <a:pt x="346805" y="78282"/>
                </a:cubicBezTo>
                <a:cubicBezTo>
                  <a:pt x="345882" y="92096"/>
                  <a:pt x="332048" y="98543"/>
                  <a:pt x="332048" y="98543"/>
                </a:cubicBezTo>
                <a:cubicBezTo>
                  <a:pt x="332048" y="98543"/>
                  <a:pt x="328358" y="117883"/>
                  <a:pt x="318213" y="127093"/>
                </a:cubicBezTo>
                <a:cubicBezTo>
                  <a:pt x="313602" y="154722"/>
                  <a:pt x="332970" y="157484"/>
                  <a:pt x="348649" y="163010"/>
                </a:cubicBezTo>
                <a:cubicBezTo>
                  <a:pt x="374474" y="171299"/>
                  <a:pt x="397531" y="172220"/>
                  <a:pt x="397531" y="206295"/>
                </a:cubicBezTo>
                <a:cubicBezTo>
                  <a:pt x="397531" y="212742"/>
                  <a:pt x="362484" y="219189"/>
                  <a:pt x="304379" y="220110"/>
                </a:cubicBezTo>
                <a:lnTo>
                  <a:pt x="297000" y="173141"/>
                </a:lnTo>
                <a:lnTo>
                  <a:pt x="300689" y="167615"/>
                </a:lnTo>
                <a:cubicBezTo>
                  <a:pt x="300689" y="166694"/>
                  <a:pt x="300689" y="165773"/>
                  <a:pt x="300689" y="164852"/>
                </a:cubicBezTo>
                <a:lnTo>
                  <a:pt x="290544" y="154722"/>
                </a:lnTo>
                <a:cubicBezTo>
                  <a:pt x="289622" y="153801"/>
                  <a:pt x="287777" y="153801"/>
                  <a:pt x="287777" y="154722"/>
                </a:cubicBezTo>
                <a:lnTo>
                  <a:pt x="277632" y="164852"/>
                </a:lnTo>
                <a:cubicBezTo>
                  <a:pt x="276710" y="165773"/>
                  <a:pt x="276710" y="166694"/>
                  <a:pt x="277632" y="167615"/>
                </a:cubicBezTo>
                <a:lnTo>
                  <a:pt x="281321" y="173141"/>
                </a:lnTo>
                <a:lnTo>
                  <a:pt x="273943" y="221031"/>
                </a:lnTo>
                <a:cubicBezTo>
                  <a:pt x="215838" y="219189"/>
                  <a:pt x="180790" y="212742"/>
                  <a:pt x="180790" y="206295"/>
                </a:cubicBezTo>
                <a:cubicBezTo>
                  <a:pt x="180790" y="172220"/>
                  <a:pt x="203848" y="171299"/>
                  <a:pt x="228750" y="163010"/>
                </a:cubicBezTo>
                <a:cubicBezTo>
                  <a:pt x="244429" y="157484"/>
                  <a:pt x="264720" y="154722"/>
                  <a:pt x="260108" y="127093"/>
                </a:cubicBezTo>
                <a:cubicBezTo>
                  <a:pt x="249963" y="117883"/>
                  <a:pt x="246274" y="98543"/>
                  <a:pt x="246274" y="98543"/>
                </a:cubicBezTo>
                <a:cubicBezTo>
                  <a:pt x="246274" y="98543"/>
                  <a:pt x="232439" y="92096"/>
                  <a:pt x="230594" y="78282"/>
                </a:cubicBezTo>
                <a:cubicBezTo>
                  <a:pt x="229672" y="68151"/>
                  <a:pt x="235206" y="63546"/>
                  <a:pt x="235206" y="63546"/>
                </a:cubicBezTo>
                <a:lnTo>
                  <a:pt x="235206" y="50653"/>
                </a:lnTo>
                <a:cubicBezTo>
                  <a:pt x="235206" y="22103"/>
                  <a:pt x="259186" y="0"/>
                  <a:pt x="2886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4"/>
          <p:cNvSpPr txBox="1"/>
          <p:nvPr/>
        </p:nvSpPr>
        <p:spPr>
          <a:xfrm>
            <a:off x="152400" y="6242200"/>
            <a:ext cx="2590800" cy="3651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Đồ án tốt nghiệp</a:t>
            </a:r>
            <a:endParaRPr sz="18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5"/>
          <p:cNvSpPr/>
          <p:nvPr/>
        </p:nvSpPr>
        <p:spPr>
          <a:xfrm>
            <a:off x="766440" y="1781640"/>
            <a:ext cx="2146680" cy="214524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5"/>
          <p:cNvSpPr/>
          <p:nvPr/>
        </p:nvSpPr>
        <p:spPr>
          <a:xfrm>
            <a:off x="2876040" y="3915360"/>
            <a:ext cx="2184840" cy="214524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5"/>
          <p:cNvSpPr/>
          <p:nvPr/>
        </p:nvSpPr>
        <p:spPr>
          <a:xfrm>
            <a:off x="5019480" y="1767960"/>
            <a:ext cx="2174760" cy="214524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5"/>
          <p:cNvSpPr/>
          <p:nvPr/>
        </p:nvSpPr>
        <p:spPr>
          <a:xfrm>
            <a:off x="9276840" y="1779840"/>
            <a:ext cx="2183400" cy="214524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5"/>
          <p:cNvSpPr/>
          <p:nvPr/>
        </p:nvSpPr>
        <p:spPr>
          <a:xfrm>
            <a:off x="927360" y="4388040"/>
            <a:ext cx="1809360" cy="965160"/>
          </a:xfrm>
          <a:prstGeom prst="rect">
            <a:avLst/>
          </a:prstGeom>
          <a:noFill/>
          <a:ln>
            <a:noFill/>
          </a:ln>
        </p:spPr>
        <p:txBody>
          <a:bodyPr spcFirstLastPara="1" wrap="square" lIns="90000" tIns="45000" rIns="90000" bIns="45000" anchor="t" anchorCtr="0">
            <a:spAutoFit/>
          </a:bodyPr>
          <a:lstStyle/>
          <a:p>
            <a:pPr marL="0" marR="0" lvl="0" indent="0" algn="l" rtl="0">
              <a:lnSpc>
                <a:spcPct val="120000"/>
              </a:lnSpc>
              <a:spcBef>
                <a:spcPts val="0"/>
              </a:spcBef>
              <a:spcAft>
                <a:spcPts val="0"/>
              </a:spcAft>
              <a:buNone/>
            </a:pPr>
            <a:r>
              <a:rPr lang="en-US" sz="1200" b="0" strike="noStrike">
                <a:solidFill>
                  <a:srgbClr val="FFFFFF"/>
                </a:solidFill>
                <a:latin typeface="Arial"/>
                <a:ea typeface="Arial"/>
                <a:cs typeface="Arial"/>
                <a:sym typeface="Arial"/>
              </a:rPr>
              <a:t>click to add your text here click to add your text here click to add your text here.</a:t>
            </a:r>
            <a:endParaRPr sz="1200" b="0" strike="noStrike">
              <a:solidFill>
                <a:schemeClr val="dk1"/>
              </a:solidFill>
              <a:latin typeface="Arial"/>
              <a:ea typeface="Arial"/>
              <a:cs typeface="Arial"/>
              <a:sym typeface="Arial"/>
            </a:endParaRPr>
          </a:p>
        </p:txBody>
      </p:sp>
      <p:sp>
        <p:nvSpPr>
          <p:cNvPr id="581" name="Google Shape;581;p5"/>
          <p:cNvSpPr/>
          <p:nvPr/>
        </p:nvSpPr>
        <p:spPr>
          <a:xfrm>
            <a:off x="8149680" y="4361400"/>
            <a:ext cx="3238200" cy="39528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5"/>
          <p:cNvSpPr/>
          <p:nvPr/>
        </p:nvSpPr>
        <p:spPr>
          <a:xfrm>
            <a:off x="2106719" y="456480"/>
            <a:ext cx="4663357" cy="460211"/>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dirty="0">
                <a:solidFill>
                  <a:schemeClr val="tx1"/>
                </a:solidFill>
                <a:latin typeface="Calibri"/>
                <a:ea typeface="Calibri"/>
                <a:cs typeface="Calibri"/>
                <a:sym typeface="Calibri"/>
              </a:rPr>
              <a:t>TỔNG QUAN VỀ ĐỀ TÀI</a:t>
            </a:r>
            <a:endParaRPr sz="2400" b="0" strike="noStrike" dirty="0">
              <a:solidFill>
                <a:schemeClr val="tx1"/>
              </a:solidFill>
              <a:latin typeface="Arial"/>
              <a:ea typeface="Arial"/>
              <a:cs typeface="Arial"/>
              <a:sym typeface="Arial"/>
            </a:endParaRPr>
          </a:p>
        </p:txBody>
      </p:sp>
      <p:pic>
        <p:nvPicPr>
          <p:cNvPr id="2" name="Picture 1">
            <a:extLst>
              <a:ext uri="{FF2B5EF4-FFF2-40B4-BE49-F238E27FC236}">
                <a16:creationId xmlns:a16="http://schemas.microsoft.com/office/drawing/2014/main" id="{6407CFB7-CDBF-0C88-7C98-67A6B8F67BEB}"/>
              </a:ext>
            </a:extLst>
          </p:cNvPr>
          <p:cNvPicPr>
            <a:picLocks noChangeAspect="1"/>
          </p:cNvPicPr>
          <p:nvPr/>
        </p:nvPicPr>
        <p:blipFill>
          <a:blip r:embed="rId3"/>
          <a:srcRect/>
          <a:stretch>
            <a:fillRect/>
          </a:stretch>
        </p:blipFill>
        <p:spPr>
          <a:xfrm>
            <a:off x="5829421" y="1098118"/>
            <a:ext cx="6245425" cy="4661763"/>
          </a:xfrm>
          <a:prstGeom prst="rect">
            <a:avLst/>
          </a:prstGeom>
        </p:spPr>
      </p:pic>
      <p:sp>
        <p:nvSpPr>
          <p:cNvPr id="6" name="TextBox 5">
            <a:extLst>
              <a:ext uri="{FF2B5EF4-FFF2-40B4-BE49-F238E27FC236}">
                <a16:creationId xmlns:a16="http://schemas.microsoft.com/office/drawing/2014/main" id="{5F6EFB7E-B14A-692A-681D-1B09E1349983}"/>
              </a:ext>
            </a:extLst>
          </p:cNvPr>
          <p:cNvSpPr txBox="1"/>
          <p:nvPr/>
        </p:nvSpPr>
        <p:spPr>
          <a:xfrm>
            <a:off x="731760" y="2148082"/>
            <a:ext cx="4824068" cy="2308324"/>
          </a:xfrm>
          <a:prstGeom prst="rect">
            <a:avLst/>
          </a:prstGeom>
          <a:noFill/>
        </p:spPr>
        <p:txBody>
          <a:bodyPr wrap="square">
            <a:spAutoFit/>
          </a:bodyPr>
          <a:lstStyle/>
          <a:p>
            <a:pPr marL="342900" indent="-342900" algn="just">
              <a:buFont typeface="Wingdings" panose="05000000000000000000" pitchFamily="2" charset="2"/>
              <a:buChar char="v"/>
            </a:pPr>
            <a:r>
              <a:rPr lang="en-US" sz="1800" dirty="0" err="1">
                <a:solidFill>
                  <a:srgbClr val="000000"/>
                </a:solidFill>
                <a:latin typeface="Times New Roman" panose="02020603050405020304" pitchFamily="18" charset="0"/>
                <a:cs typeface="Times New Roman" panose="02020603050405020304" pitchFamily="18" charset="0"/>
              </a:rPr>
              <a:t>Trong</a:t>
            </a:r>
            <a:r>
              <a:rPr lang="en-US" sz="1800" dirty="0">
                <a:solidFill>
                  <a:srgbClr val="000000"/>
                </a:solidFill>
                <a:latin typeface="Times New Roman" panose="02020603050405020304" pitchFamily="18" charset="0"/>
                <a:cs typeface="Times New Roman" panose="02020603050405020304" pitchFamily="18" charset="0"/>
              </a:rPr>
              <a:t> </a:t>
            </a:r>
            <a:r>
              <a:rPr lang="vi-VN" sz="1800" dirty="0">
                <a:solidFill>
                  <a:srgbClr val="000000"/>
                </a:solidFill>
                <a:latin typeface="Times New Roman" panose="02020603050405020304" pitchFamily="18" charset="0"/>
                <a:cs typeface="Times New Roman" panose="02020603050405020304" pitchFamily="18" charset="0"/>
              </a:rPr>
              <a:t>thời đại mới này, việc mua sắm hàng trực tuyến là một xu thế mới, nó nhằm giúp cho người tiêu dùng giảm thời gian cũng như là chi phí đi lại</a:t>
            </a:r>
            <a:r>
              <a:rPr lang="vi-VN" sz="1800" dirty="0">
                <a:latin typeface="Times New Roman" panose="02020603050405020304" pitchFamily="18" charset="0"/>
                <a:cs typeface="Times New Roman" panose="02020603050405020304" pitchFamily="18" charset="0"/>
              </a:rPr>
              <a:t> và rất nhiều các </a:t>
            </a:r>
            <a:r>
              <a:rPr lang="vi-VN" sz="1800" dirty="0" err="1">
                <a:latin typeface="Times New Roman" panose="02020603050405020304" pitchFamily="18" charset="0"/>
                <a:cs typeface="Times New Roman" panose="02020603050405020304" pitchFamily="18" charset="0"/>
              </a:rPr>
              <a:t>website</a:t>
            </a:r>
            <a:r>
              <a:rPr lang="vi-VN" sz="1800" dirty="0">
                <a:latin typeface="Times New Roman" panose="02020603050405020304" pitchFamily="18" charset="0"/>
                <a:cs typeface="Times New Roman" panose="02020603050405020304" pitchFamily="18" charset="0"/>
              </a:rPr>
              <a:t> bán hàng trực tuyến đã được đưa ra.</a:t>
            </a:r>
            <a:endParaRPr lang="en-US" sz="1800" dirty="0">
              <a:solidFill>
                <a:srgbClr val="000000"/>
              </a:solidFill>
              <a:latin typeface="Times New Roman" panose="02020603050405020304" pitchFamily="18" charset="0"/>
              <a:cs typeface="Times New Roman" panose="02020603050405020304" pitchFamily="18" charset="0"/>
            </a:endParaRPr>
          </a:p>
          <a:p>
            <a:pPr algn="just"/>
            <a:endParaRPr lang="en-US" sz="1800" dirty="0">
              <a:solidFill>
                <a:srgbClr val="000000"/>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en-US" sz="1800" dirty="0">
                <a:solidFill>
                  <a:srgbClr val="000000"/>
                </a:solidFill>
                <a:latin typeface="Times New Roman" panose="02020603050405020304" pitchFamily="18" charset="0"/>
                <a:cs typeface="Times New Roman" panose="02020603050405020304" pitchFamily="18" charset="0"/>
              </a:rPr>
              <a:t>Do</a:t>
            </a:r>
            <a:r>
              <a:rPr lang="vi-VN" sz="1800" dirty="0">
                <a:solidFill>
                  <a:srgbClr val="000000"/>
                </a:solidFill>
                <a:latin typeface="Times New Roman" panose="02020603050405020304" pitchFamily="18" charset="0"/>
                <a:cs typeface="Times New Roman" panose="02020603050405020304" pitchFamily="18" charset="0"/>
              </a:rPr>
              <a:t> đó </a:t>
            </a:r>
            <a:r>
              <a:rPr lang="en-US" sz="1800" dirty="0" err="1">
                <a:solidFill>
                  <a:srgbClr val="000000"/>
                </a:solidFill>
                <a:latin typeface="Times New Roman" panose="02020603050405020304" pitchFamily="18" charset="0"/>
                <a:cs typeface="Times New Roman" panose="02020603050405020304" pitchFamily="18" charset="0"/>
              </a:rPr>
              <a:t>em</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chọn</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đề</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tài</a:t>
            </a:r>
            <a:r>
              <a:rPr lang="en-US" sz="1800" dirty="0">
                <a:solidFill>
                  <a:srgbClr val="000000"/>
                </a:solidFill>
                <a:latin typeface="Times New Roman" panose="02020603050405020304" pitchFamily="18" charset="0"/>
                <a:cs typeface="Times New Roman" panose="02020603050405020304" pitchFamily="18" charset="0"/>
              </a:rPr>
              <a:t> </a:t>
            </a:r>
            <a:r>
              <a:rPr lang="pt-BR" sz="1800" dirty="0">
                <a:effectLst/>
                <a:latin typeface="Times New Roman" panose="02020603050405020304" pitchFamily="18" charset="0"/>
                <a:ea typeface="Calibri" panose="020F0502020204030204" pitchFamily="34" charset="0"/>
              </a:rPr>
              <a:t>“</a:t>
            </a:r>
            <a:r>
              <a:rPr lang="en-US" sz="1800" dirty="0" err="1">
                <a:effectLst/>
                <a:latin typeface="Times New Roman" panose="02020603050405020304" pitchFamily="18" charset="0"/>
                <a:ea typeface="Calibri" panose="020F0502020204030204" pitchFamily="34" charset="0"/>
              </a:rPr>
              <a:t>Xây</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dựng</a:t>
            </a:r>
            <a:r>
              <a:rPr lang="en-US" sz="1800" dirty="0">
                <a:effectLst/>
                <a:latin typeface="Times New Roman" panose="02020603050405020304" pitchFamily="18" charset="0"/>
                <a:ea typeface="Calibri" panose="020F0502020204030204" pitchFamily="34" charset="0"/>
              </a:rPr>
              <a:t> website </a:t>
            </a:r>
            <a:r>
              <a:rPr lang="vi-VN" sz="1800" dirty="0">
                <a:effectLst/>
                <a:latin typeface="Times New Roman" panose="02020603050405020304" pitchFamily="18" charset="0"/>
                <a:ea typeface="Calibri" panose="020F0502020204030204" pitchFamily="34" charset="0"/>
              </a:rPr>
              <a:t>bán hàng may mặc</a:t>
            </a:r>
            <a:r>
              <a:rPr lang="en-US" sz="1800" dirty="0">
                <a:latin typeface="Times New Roman" panose="02020603050405020304" pitchFamily="18" charset="0"/>
                <a:ea typeface="Calibri" panose="020F0502020204030204" pitchFamily="34" charset="0"/>
              </a:rPr>
              <a:t>” </a:t>
            </a:r>
            <a:r>
              <a:rPr lang="en-US" sz="1800" dirty="0" err="1">
                <a:solidFill>
                  <a:srgbClr val="000000"/>
                </a:solidFill>
                <a:latin typeface="Times New Roman" panose="02020603050405020304" pitchFamily="18" charset="0"/>
                <a:cs typeface="Times New Roman" panose="02020603050405020304" pitchFamily="18" charset="0"/>
              </a:rPr>
              <a:t>để</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nghiên</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cứu</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và</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phát</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triển</a:t>
            </a:r>
            <a:r>
              <a:rPr lang="en-US" sz="1800" dirty="0">
                <a:solidFill>
                  <a:srgbClr val="000000"/>
                </a:solidFill>
                <a:latin typeface="Times New Roman" panose="02020603050405020304" pitchFamily="18" charset="0"/>
                <a:cs typeface="Times New Roman" panose="02020603050405020304" pitchFamily="18" charset="0"/>
              </a:rPr>
              <a:t>.</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90"/>
        <p:cNvGrpSpPr/>
        <p:nvPr/>
      </p:nvGrpSpPr>
      <p:grpSpPr>
        <a:xfrm>
          <a:off x="0" y="0"/>
          <a:ext cx="0" cy="0"/>
          <a:chOff x="0" y="0"/>
          <a:chExt cx="0" cy="0"/>
        </a:xfrm>
      </p:grpSpPr>
      <p:sp>
        <p:nvSpPr>
          <p:cNvPr id="21" name="Google Shape;591;p6">
            <a:extLst>
              <a:ext uri="{FF2B5EF4-FFF2-40B4-BE49-F238E27FC236}">
                <a16:creationId xmlns:a16="http://schemas.microsoft.com/office/drawing/2014/main" id="{C6284B9E-CF2A-9C62-782E-11447037F400}"/>
              </a:ext>
            </a:extLst>
          </p:cNvPr>
          <p:cNvSpPr/>
          <p:nvPr/>
        </p:nvSpPr>
        <p:spPr>
          <a:xfrm>
            <a:off x="2133600" y="457200"/>
            <a:ext cx="9156960" cy="45612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dirty="0">
                <a:solidFill>
                  <a:srgbClr val="202020"/>
                </a:solidFill>
                <a:latin typeface="Calibri"/>
                <a:ea typeface="Calibri"/>
                <a:cs typeface="Calibri"/>
                <a:sym typeface="Calibri"/>
              </a:rPr>
              <a:t>LÝ DO CHỌN ĐỀ TÀI</a:t>
            </a:r>
            <a:endParaRPr sz="2400" b="0" strike="noStrike" dirty="0">
              <a:solidFill>
                <a:srgbClr val="202020"/>
              </a:solidFill>
              <a:latin typeface="Arial"/>
              <a:ea typeface="Arial"/>
              <a:cs typeface="Arial"/>
              <a:sym typeface="Arial"/>
            </a:endParaRPr>
          </a:p>
        </p:txBody>
      </p:sp>
      <p:pic>
        <p:nvPicPr>
          <p:cNvPr id="22" name="Picture 21">
            <a:extLst>
              <a:ext uri="{FF2B5EF4-FFF2-40B4-BE49-F238E27FC236}">
                <a16:creationId xmlns:a16="http://schemas.microsoft.com/office/drawing/2014/main" id="{DF0CE743-9899-2217-E8FC-22967685DBD4}"/>
              </a:ext>
            </a:extLst>
          </p:cNvPr>
          <p:cNvPicPr>
            <a:picLocks noChangeAspect="1"/>
          </p:cNvPicPr>
          <p:nvPr/>
        </p:nvPicPr>
        <p:blipFill>
          <a:blip r:embed="rId3"/>
          <a:stretch>
            <a:fillRect/>
          </a:stretch>
        </p:blipFill>
        <p:spPr>
          <a:xfrm>
            <a:off x="856547" y="1294485"/>
            <a:ext cx="4625849" cy="2515207"/>
          </a:xfrm>
          <a:prstGeom prst="rect">
            <a:avLst/>
          </a:prstGeom>
        </p:spPr>
      </p:pic>
      <p:pic>
        <p:nvPicPr>
          <p:cNvPr id="23" name="Picture 22">
            <a:extLst>
              <a:ext uri="{FF2B5EF4-FFF2-40B4-BE49-F238E27FC236}">
                <a16:creationId xmlns:a16="http://schemas.microsoft.com/office/drawing/2014/main" id="{D94B79A5-0706-A9CC-8408-8A73A09D2E30}"/>
              </a:ext>
            </a:extLst>
          </p:cNvPr>
          <p:cNvPicPr>
            <a:picLocks noChangeAspect="1"/>
          </p:cNvPicPr>
          <p:nvPr/>
        </p:nvPicPr>
        <p:blipFill>
          <a:blip r:embed="rId4"/>
          <a:srcRect t="2348"/>
          <a:stretch/>
        </p:blipFill>
        <p:spPr>
          <a:xfrm>
            <a:off x="6401210" y="1049049"/>
            <a:ext cx="5000439" cy="2760643"/>
          </a:xfrm>
          <a:prstGeom prst="rect">
            <a:avLst/>
          </a:prstGeom>
        </p:spPr>
      </p:pic>
      <p:sp>
        <p:nvSpPr>
          <p:cNvPr id="24" name="矩形 11">
            <a:extLst>
              <a:ext uri="{FF2B5EF4-FFF2-40B4-BE49-F238E27FC236}">
                <a16:creationId xmlns:a16="http://schemas.microsoft.com/office/drawing/2014/main" id="{D6802190-B08D-F063-A50B-E115BBE4FB4E}"/>
              </a:ext>
            </a:extLst>
          </p:cNvPr>
          <p:cNvSpPr/>
          <p:nvPr/>
        </p:nvSpPr>
        <p:spPr>
          <a:xfrm>
            <a:off x="541577" y="4017281"/>
            <a:ext cx="4872849" cy="1258929"/>
          </a:xfrm>
          <a:prstGeom prst="rect">
            <a:avLst/>
          </a:prstGeom>
          <a:noFill/>
          <a:ln>
            <a:solidFill>
              <a:srgbClr val="2156A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a:solidFill>
                <a:schemeClr val="bg1"/>
              </a:solidFill>
            </a:endParaRPr>
          </a:p>
        </p:txBody>
      </p:sp>
      <p:sp>
        <p:nvSpPr>
          <p:cNvPr id="25" name="TextBox 24">
            <a:extLst>
              <a:ext uri="{FF2B5EF4-FFF2-40B4-BE49-F238E27FC236}">
                <a16:creationId xmlns:a16="http://schemas.microsoft.com/office/drawing/2014/main" id="{6B1227D2-6272-CF54-1822-6B7B218BE587}"/>
              </a:ext>
            </a:extLst>
          </p:cNvPr>
          <p:cNvSpPr txBox="1"/>
          <p:nvPr/>
        </p:nvSpPr>
        <p:spPr>
          <a:xfrm>
            <a:off x="597197" y="4190857"/>
            <a:ext cx="4761611" cy="707886"/>
          </a:xfrm>
          <a:prstGeom prst="rect">
            <a:avLst/>
          </a:prstGeom>
          <a:noFill/>
        </p:spPr>
        <p:txBody>
          <a:bodyPr wrap="square">
            <a:spAutoFit/>
          </a:bodyPr>
          <a:lstStyle/>
          <a:p>
            <a:pPr algn="just"/>
            <a:r>
              <a:rPr lang="pt-BR" sz="2000" dirty="0">
                <a:latin typeface="Times New Roman" panose="02020603050405020304" pitchFamily="18" charset="0"/>
                <a:cs typeface="Times New Roman" panose="02020603050405020304" pitchFamily="18" charset="0"/>
              </a:rPr>
              <a:t>Cuộc cách mạng công nghệ 4.0, với bước tiến mới trong ngành thương mại điện tử</a:t>
            </a:r>
            <a:endParaRPr lang="zh-CN" altLang="en-US" sz="2000"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26" name="矩形 11">
            <a:extLst>
              <a:ext uri="{FF2B5EF4-FFF2-40B4-BE49-F238E27FC236}">
                <a16:creationId xmlns:a16="http://schemas.microsoft.com/office/drawing/2014/main" id="{38C294A9-A9DF-49C7-EF49-D0FFE1E46E66}"/>
              </a:ext>
            </a:extLst>
          </p:cNvPr>
          <p:cNvSpPr/>
          <p:nvPr/>
        </p:nvSpPr>
        <p:spPr>
          <a:xfrm>
            <a:off x="6290121" y="4017281"/>
            <a:ext cx="5000439" cy="1258929"/>
          </a:xfrm>
          <a:prstGeom prst="rect">
            <a:avLst/>
          </a:prstGeom>
          <a:noFill/>
          <a:ln>
            <a:solidFill>
              <a:srgbClr val="2156A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a:solidFill>
                <a:schemeClr val="bg1"/>
              </a:solidFill>
            </a:endParaRPr>
          </a:p>
        </p:txBody>
      </p:sp>
      <p:sp>
        <p:nvSpPr>
          <p:cNvPr id="27" name="矩形 8">
            <a:extLst>
              <a:ext uri="{FF2B5EF4-FFF2-40B4-BE49-F238E27FC236}">
                <a16:creationId xmlns:a16="http://schemas.microsoft.com/office/drawing/2014/main" id="{19521270-6C2E-894B-B195-83BCB3D16155}"/>
              </a:ext>
            </a:extLst>
          </p:cNvPr>
          <p:cNvSpPr>
            <a:spLocks noChangeArrowheads="1"/>
          </p:cNvSpPr>
          <p:nvPr/>
        </p:nvSpPr>
        <p:spPr bwMode="auto">
          <a:xfrm>
            <a:off x="6334697" y="4141974"/>
            <a:ext cx="4857772" cy="1188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p>
            <a:pPr algn="just" eaLnBrk="1" hangingPunct="1"/>
            <a:r>
              <a:rPr lang="en-US" altLang="vi-VN" sz="2000" dirty="0">
                <a:latin typeface="Times New Roman" panose="02020603050405020304" pitchFamily="18" charset="0"/>
                <a:ea typeface="Noto Sans"/>
                <a:cs typeface="Times New Roman" panose="02020603050405020304" pitchFamily="18" charset="0"/>
              </a:rPr>
              <a:t>Nhu </a:t>
            </a:r>
            <a:r>
              <a:rPr lang="en-US" altLang="vi-VN" sz="2000" dirty="0" err="1">
                <a:latin typeface="Times New Roman" panose="02020603050405020304" pitchFamily="18" charset="0"/>
                <a:ea typeface="Noto Sans"/>
                <a:cs typeface="Times New Roman" panose="02020603050405020304" pitchFamily="18" charset="0"/>
              </a:rPr>
              <a:t>cầu</a:t>
            </a:r>
            <a:r>
              <a:rPr lang="en-US" altLang="vi-VN" sz="2000" dirty="0">
                <a:latin typeface="Times New Roman" panose="02020603050405020304" pitchFamily="18" charset="0"/>
                <a:ea typeface="Noto Sans"/>
                <a:cs typeface="Times New Roman" panose="02020603050405020304" pitchFamily="18" charset="0"/>
              </a:rPr>
              <a:t> </a:t>
            </a:r>
            <a:r>
              <a:rPr lang="en-US" altLang="vi-VN" sz="2000" dirty="0" err="1">
                <a:latin typeface="Times New Roman" panose="02020603050405020304" pitchFamily="18" charset="0"/>
                <a:ea typeface="Noto Sans"/>
                <a:cs typeface="Times New Roman" panose="02020603050405020304" pitchFamily="18" charset="0"/>
              </a:rPr>
              <a:t>mua</a:t>
            </a:r>
            <a:r>
              <a:rPr lang="en-US" altLang="vi-VN" sz="2000" dirty="0">
                <a:latin typeface="Times New Roman" panose="02020603050405020304" pitchFamily="18" charset="0"/>
                <a:ea typeface="Noto Sans"/>
                <a:cs typeface="Times New Roman" panose="02020603050405020304" pitchFamily="18" charset="0"/>
              </a:rPr>
              <a:t> </a:t>
            </a:r>
            <a:r>
              <a:rPr lang="en-US" altLang="vi-VN" sz="2000" dirty="0" err="1">
                <a:latin typeface="Times New Roman" panose="02020603050405020304" pitchFamily="18" charset="0"/>
                <a:ea typeface="Noto Sans"/>
                <a:cs typeface="Times New Roman" panose="02020603050405020304" pitchFamily="18" charset="0"/>
              </a:rPr>
              <a:t>sắm</a:t>
            </a:r>
            <a:r>
              <a:rPr lang="en-US" altLang="vi-VN" sz="2000" dirty="0">
                <a:latin typeface="Times New Roman" panose="02020603050405020304" pitchFamily="18" charset="0"/>
                <a:ea typeface="Noto Sans"/>
                <a:cs typeface="Times New Roman" panose="02020603050405020304" pitchFamily="18" charset="0"/>
              </a:rPr>
              <a:t> online </a:t>
            </a:r>
            <a:r>
              <a:rPr lang="en-US" altLang="vi-VN" sz="2000" dirty="0" err="1">
                <a:latin typeface="Times New Roman" panose="02020603050405020304" pitchFamily="18" charset="0"/>
                <a:ea typeface="Noto Sans"/>
                <a:cs typeface="Times New Roman" panose="02020603050405020304" pitchFamily="18" charset="0"/>
              </a:rPr>
              <a:t>ngày</a:t>
            </a:r>
            <a:r>
              <a:rPr lang="en-US" altLang="vi-VN" sz="2000" dirty="0">
                <a:latin typeface="Times New Roman" panose="02020603050405020304" pitchFamily="18" charset="0"/>
                <a:ea typeface="Noto Sans"/>
                <a:cs typeface="Times New Roman" panose="02020603050405020304" pitchFamily="18" charset="0"/>
              </a:rPr>
              <a:t> </a:t>
            </a:r>
            <a:r>
              <a:rPr lang="en-US" altLang="vi-VN" sz="2000" dirty="0" err="1">
                <a:latin typeface="Times New Roman" panose="02020603050405020304" pitchFamily="18" charset="0"/>
                <a:ea typeface="Noto Sans"/>
                <a:cs typeface="Times New Roman" panose="02020603050405020304" pitchFamily="18" charset="0"/>
              </a:rPr>
              <a:t>càng</a:t>
            </a:r>
            <a:r>
              <a:rPr lang="en-US" altLang="vi-VN" sz="2000" dirty="0">
                <a:latin typeface="Times New Roman" panose="02020603050405020304" pitchFamily="18" charset="0"/>
                <a:ea typeface="Noto Sans"/>
                <a:cs typeface="Times New Roman" panose="02020603050405020304" pitchFamily="18" charset="0"/>
              </a:rPr>
              <a:t> </a:t>
            </a:r>
            <a:r>
              <a:rPr lang="en-US" altLang="vi-VN" sz="2000" dirty="0" err="1">
                <a:latin typeface="Times New Roman" panose="02020603050405020304" pitchFamily="18" charset="0"/>
                <a:ea typeface="Noto Sans"/>
                <a:cs typeface="Times New Roman" panose="02020603050405020304" pitchFamily="18" charset="0"/>
              </a:rPr>
              <a:t>phổ</a:t>
            </a:r>
            <a:r>
              <a:rPr lang="en-US" altLang="vi-VN" sz="2000" dirty="0">
                <a:latin typeface="Times New Roman" panose="02020603050405020304" pitchFamily="18" charset="0"/>
                <a:ea typeface="Noto Sans"/>
                <a:cs typeface="Times New Roman" panose="02020603050405020304" pitchFamily="18" charset="0"/>
              </a:rPr>
              <a:t> </a:t>
            </a:r>
            <a:r>
              <a:rPr lang="en-US" altLang="vi-VN" sz="2000" dirty="0" err="1">
                <a:latin typeface="Times New Roman" panose="02020603050405020304" pitchFamily="18" charset="0"/>
                <a:ea typeface="Noto Sans"/>
                <a:cs typeface="Times New Roman" panose="02020603050405020304" pitchFamily="18" charset="0"/>
              </a:rPr>
              <a:t>biến</a:t>
            </a:r>
            <a:r>
              <a:rPr lang="en-US" altLang="vi-VN" sz="2000" dirty="0">
                <a:latin typeface="Times New Roman" panose="02020603050405020304" pitchFamily="18" charset="0"/>
                <a:ea typeface="Noto Sans"/>
                <a:cs typeface="Times New Roman" panose="02020603050405020304" pitchFamily="18" charset="0"/>
              </a:rPr>
              <a:t>, </a:t>
            </a:r>
            <a:r>
              <a:rPr lang="en-US" altLang="vi-VN" sz="2000" dirty="0" err="1">
                <a:latin typeface="Times New Roman" panose="02020603050405020304" pitchFamily="18" charset="0"/>
                <a:ea typeface="Noto Sans"/>
                <a:cs typeface="Times New Roman" panose="02020603050405020304" pitchFamily="18" charset="0"/>
              </a:rPr>
              <a:t>khách</a:t>
            </a:r>
            <a:r>
              <a:rPr lang="en-US" altLang="vi-VN" sz="2000" dirty="0">
                <a:latin typeface="Times New Roman" panose="02020603050405020304" pitchFamily="18" charset="0"/>
                <a:ea typeface="Noto Sans"/>
                <a:cs typeface="Times New Roman" panose="02020603050405020304" pitchFamily="18" charset="0"/>
              </a:rPr>
              <a:t> </a:t>
            </a:r>
            <a:r>
              <a:rPr lang="en-US" altLang="vi-VN" sz="2000" dirty="0" err="1">
                <a:latin typeface="Times New Roman" panose="02020603050405020304" pitchFamily="18" charset="0"/>
                <a:ea typeface="Noto Sans"/>
                <a:cs typeface="Times New Roman" panose="02020603050405020304" pitchFamily="18" charset="0"/>
              </a:rPr>
              <a:t>hàng</a:t>
            </a:r>
            <a:r>
              <a:rPr lang="en-US" altLang="vi-VN" sz="2000" dirty="0">
                <a:latin typeface="Times New Roman" panose="02020603050405020304" pitchFamily="18" charset="0"/>
                <a:ea typeface="Noto Sans"/>
                <a:cs typeface="Times New Roman" panose="02020603050405020304" pitchFamily="18" charset="0"/>
              </a:rPr>
              <a:t> </a:t>
            </a:r>
            <a:r>
              <a:rPr lang="en-US" altLang="vi-VN" sz="2000" dirty="0" err="1">
                <a:latin typeface="Times New Roman" panose="02020603050405020304" pitchFamily="18" charset="0"/>
                <a:ea typeface="Noto Sans"/>
                <a:cs typeface="Times New Roman" panose="02020603050405020304" pitchFamily="18" charset="0"/>
              </a:rPr>
              <a:t>không</a:t>
            </a:r>
            <a:r>
              <a:rPr lang="en-US" altLang="vi-VN" sz="2000" dirty="0">
                <a:latin typeface="Times New Roman" panose="02020603050405020304" pitchFamily="18" charset="0"/>
                <a:ea typeface="Noto Sans"/>
                <a:cs typeface="Times New Roman" panose="02020603050405020304" pitchFamily="18" charset="0"/>
              </a:rPr>
              <a:t> </a:t>
            </a:r>
            <a:r>
              <a:rPr lang="en-US" altLang="vi-VN" sz="2000" dirty="0" err="1">
                <a:latin typeface="Times New Roman" panose="02020603050405020304" pitchFamily="18" charset="0"/>
                <a:ea typeface="Noto Sans"/>
                <a:cs typeface="Times New Roman" panose="02020603050405020304" pitchFamily="18" charset="0"/>
              </a:rPr>
              <a:t>có</a:t>
            </a:r>
            <a:r>
              <a:rPr lang="en-US" altLang="vi-VN" sz="2000" dirty="0">
                <a:latin typeface="Times New Roman" panose="02020603050405020304" pitchFamily="18" charset="0"/>
                <a:ea typeface="Noto Sans"/>
                <a:cs typeface="Times New Roman" panose="02020603050405020304" pitchFamily="18" charset="0"/>
              </a:rPr>
              <a:t> </a:t>
            </a:r>
            <a:r>
              <a:rPr lang="en-US" altLang="vi-VN" sz="2000" dirty="0" err="1">
                <a:latin typeface="Times New Roman" panose="02020603050405020304" pitchFamily="18" charset="0"/>
                <a:ea typeface="Noto Sans"/>
                <a:cs typeface="Times New Roman" panose="02020603050405020304" pitchFamily="18" charset="0"/>
              </a:rPr>
              <a:t>thời</a:t>
            </a:r>
            <a:r>
              <a:rPr lang="en-US" altLang="vi-VN" sz="2000" dirty="0">
                <a:latin typeface="Times New Roman" panose="02020603050405020304" pitchFamily="18" charset="0"/>
                <a:ea typeface="Noto Sans"/>
                <a:cs typeface="Times New Roman" panose="02020603050405020304" pitchFamily="18" charset="0"/>
              </a:rPr>
              <a:t> </a:t>
            </a:r>
            <a:r>
              <a:rPr lang="en-US" altLang="vi-VN" sz="2000" dirty="0" err="1">
                <a:latin typeface="Times New Roman" panose="02020603050405020304" pitchFamily="18" charset="0"/>
                <a:ea typeface="Noto Sans"/>
                <a:cs typeface="Times New Roman" panose="02020603050405020304" pitchFamily="18" charset="0"/>
              </a:rPr>
              <a:t>gian</a:t>
            </a:r>
            <a:r>
              <a:rPr lang="en-US" altLang="vi-VN" sz="2000" dirty="0">
                <a:latin typeface="Times New Roman" panose="02020603050405020304" pitchFamily="18" charset="0"/>
                <a:ea typeface="Noto Sans"/>
                <a:cs typeface="Times New Roman" panose="02020603050405020304" pitchFamily="18" charset="0"/>
              </a:rPr>
              <a:t> </a:t>
            </a:r>
            <a:r>
              <a:rPr lang="en-US" altLang="vi-VN" sz="2000" dirty="0" err="1">
                <a:latin typeface="Times New Roman" panose="02020603050405020304" pitchFamily="18" charset="0"/>
                <a:ea typeface="Noto Sans"/>
                <a:cs typeface="Times New Roman" panose="02020603050405020304" pitchFamily="18" charset="0"/>
              </a:rPr>
              <a:t>đến</a:t>
            </a:r>
            <a:r>
              <a:rPr lang="en-US" altLang="vi-VN" sz="2000" dirty="0">
                <a:latin typeface="Times New Roman" panose="02020603050405020304" pitchFamily="18" charset="0"/>
                <a:ea typeface="Noto Sans"/>
                <a:cs typeface="Times New Roman" panose="02020603050405020304" pitchFamily="18" charset="0"/>
              </a:rPr>
              <a:t> </a:t>
            </a:r>
            <a:r>
              <a:rPr lang="en-US" altLang="vi-VN" sz="2000" dirty="0" err="1">
                <a:latin typeface="Times New Roman" panose="02020603050405020304" pitchFamily="18" charset="0"/>
                <a:ea typeface="Noto Sans"/>
                <a:cs typeface="Times New Roman" panose="02020603050405020304" pitchFamily="18" charset="0"/>
              </a:rPr>
              <a:t>trực</a:t>
            </a:r>
            <a:r>
              <a:rPr lang="en-US" altLang="vi-VN" sz="2000" dirty="0">
                <a:latin typeface="Times New Roman" panose="02020603050405020304" pitchFamily="18" charset="0"/>
                <a:ea typeface="Noto Sans"/>
                <a:cs typeface="Times New Roman" panose="02020603050405020304" pitchFamily="18" charset="0"/>
              </a:rPr>
              <a:t> </a:t>
            </a:r>
            <a:r>
              <a:rPr lang="en-US" altLang="vi-VN" sz="2000" dirty="0" err="1">
                <a:latin typeface="Times New Roman" panose="02020603050405020304" pitchFamily="18" charset="0"/>
                <a:ea typeface="Noto Sans"/>
                <a:cs typeface="Times New Roman" panose="02020603050405020304" pitchFamily="18" charset="0"/>
              </a:rPr>
              <a:t>tiếp</a:t>
            </a:r>
            <a:r>
              <a:rPr lang="en-US" altLang="vi-VN" sz="2000" dirty="0">
                <a:latin typeface="Times New Roman" panose="02020603050405020304" pitchFamily="18" charset="0"/>
                <a:ea typeface="Noto Sans"/>
                <a:cs typeface="Times New Roman" panose="02020603050405020304" pitchFamily="18" charset="0"/>
              </a:rPr>
              <a:t> </a:t>
            </a:r>
            <a:r>
              <a:rPr lang="en-US" altLang="vi-VN" sz="2000" dirty="0" err="1">
                <a:latin typeface="Times New Roman" panose="02020603050405020304" pitchFamily="18" charset="0"/>
                <a:ea typeface="Noto Sans"/>
                <a:cs typeface="Times New Roman" panose="02020603050405020304" pitchFamily="18" charset="0"/>
              </a:rPr>
              <a:t>cửa</a:t>
            </a:r>
            <a:r>
              <a:rPr lang="en-US" altLang="vi-VN" sz="2000" dirty="0">
                <a:latin typeface="Times New Roman" panose="02020603050405020304" pitchFamily="18" charset="0"/>
                <a:ea typeface="Noto Sans"/>
                <a:cs typeface="Times New Roman" panose="02020603050405020304" pitchFamily="18" charset="0"/>
              </a:rPr>
              <a:t> </a:t>
            </a:r>
            <a:r>
              <a:rPr lang="en-US" altLang="vi-VN" sz="2000" dirty="0" err="1">
                <a:latin typeface="Times New Roman" panose="02020603050405020304" pitchFamily="18" charset="0"/>
                <a:ea typeface="Noto Sans"/>
                <a:cs typeface="Times New Roman" panose="02020603050405020304" pitchFamily="18" charset="0"/>
              </a:rPr>
              <a:t>hàng</a:t>
            </a:r>
            <a:r>
              <a:rPr lang="en-US" altLang="vi-VN" sz="2000" dirty="0">
                <a:latin typeface="Times New Roman" panose="02020603050405020304" pitchFamily="18" charset="0"/>
                <a:ea typeface="Noto Sans"/>
                <a:cs typeface="Times New Roman" panose="02020603050405020304" pitchFamily="18" charset="0"/>
              </a:rPr>
              <a:t>.</a:t>
            </a:r>
            <a:endParaRPr lang="vi-VN" altLang="vi-VN" sz="2000" dirty="0">
              <a:latin typeface="Times New Roman" panose="02020603050405020304" pitchFamily="18" charset="0"/>
              <a:ea typeface="Noto Sans"/>
              <a:cs typeface="Times New Roman" panose="02020603050405020304" pitchFamily="18" charset="0"/>
            </a:endParaRPr>
          </a:p>
          <a:p>
            <a:pPr algn="just" eaLnBrk="1" hangingPunct="1"/>
            <a:endParaRPr lang="zh-CN" altLang="en-US" dirty="0">
              <a:solidFill>
                <a:schemeClr val="bg1">
                  <a:lumMod val="50000"/>
                </a:schemeClr>
              </a:solidFill>
            </a:endParaRPr>
          </a:p>
        </p:txBody>
      </p:sp>
      <p:sp>
        <p:nvSpPr>
          <p:cNvPr id="28" name="Rectangle 27">
            <a:extLst>
              <a:ext uri="{FF2B5EF4-FFF2-40B4-BE49-F238E27FC236}">
                <a16:creationId xmlns:a16="http://schemas.microsoft.com/office/drawing/2014/main" id="{2CB22947-96A6-2228-F342-CE4B539DE7E9}"/>
              </a:ext>
            </a:extLst>
          </p:cNvPr>
          <p:cNvSpPr/>
          <p:nvPr/>
        </p:nvSpPr>
        <p:spPr>
          <a:xfrm>
            <a:off x="541577" y="5449786"/>
            <a:ext cx="10748983" cy="1112913"/>
          </a:xfrm>
          <a:prstGeom prst="rect">
            <a:avLst/>
          </a:prstGeom>
          <a:ln>
            <a:solidFill>
              <a:srgbClr val="0070C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vi-VN"/>
          </a:p>
        </p:txBody>
      </p:sp>
      <p:sp>
        <p:nvSpPr>
          <p:cNvPr id="29" name="Title 14">
            <a:extLst>
              <a:ext uri="{FF2B5EF4-FFF2-40B4-BE49-F238E27FC236}">
                <a16:creationId xmlns:a16="http://schemas.microsoft.com/office/drawing/2014/main" id="{46D6B3D6-FB59-144A-D263-DC1992A8F853}"/>
              </a:ext>
            </a:extLst>
          </p:cNvPr>
          <p:cNvSpPr txBox="1">
            <a:spLocks/>
          </p:cNvSpPr>
          <p:nvPr/>
        </p:nvSpPr>
        <p:spPr>
          <a:xfrm>
            <a:off x="2391414" y="5504270"/>
            <a:ext cx="8641332" cy="11448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vi-VN" sz="2000" dirty="0">
                <a:solidFill>
                  <a:schemeClr val="dk1"/>
                </a:solidFill>
                <a:latin typeface="Times New Roman"/>
                <a:ea typeface="Times New Roman"/>
                <a:cs typeface="Times New Roman"/>
                <a:sym typeface="Times New Roman"/>
              </a:rPr>
              <a:t>“Xây dựng </a:t>
            </a:r>
            <a:r>
              <a:rPr lang="vi-VN" sz="2000" dirty="0" err="1">
                <a:solidFill>
                  <a:schemeClr val="dk1"/>
                </a:solidFill>
                <a:latin typeface="Times New Roman"/>
                <a:ea typeface="Times New Roman"/>
                <a:cs typeface="Times New Roman"/>
                <a:sym typeface="Times New Roman"/>
              </a:rPr>
              <a:t>website</a:t>
            </a:r>
            <a:r>
              <a:rPr lang="vi-VN" sz="2000" dirty="0">
                <a:solidFill>
                  <a:schemeClr val="dk1"/>
                </a:solidFill>
                <a:latin typeface="Times New Roman"/>
                <a:ea typeface="Times New Roman"/>
                <a:cs typeface="Times New Roman"/>
                <a:sym typeface="Times New Roman"/>
              </a:rPr>
              <a:t> bán hàng may mặc” là việc cần thiết để tạo giúp người bán hàng, cũng như khách hàng thuận tiện hơn trong việc mua bán. </a:t>
            </a:r>
            <a:br>
              <a:rPr lang="vi-VN" dirty="0">
                <a:solidFill>
                  <a:schemeClr val="dk1"/>
                </a:solidFill>
                <a:latin typeface="Times New Roman"/>
                <a:ea typeface="Times New Roman"/>
                <a:cs typeface="Times New Roman"/>
                <a:sym typeface="Times New Roman"/>
              </a:rPr>
            </a:br>
            <a:endParaRPr lang="vi-VN" dirty="0"/>
          </a:p>
        </p:txBody>
      </p:sp>
      <p:sp>
        <p:nvSpPr>
          <p:cNvPr id="30" name="Arrow: Right 29">
            <a:extLst>
              <a:ext uri="{FF2B5EF4-FFF2-40B4-BE49-F238E27FC236}">
                <a16:creationId xmlns:a16="http://schemas.microsoft.com/office/drawing/2014/main" id="{6548893C-AA62-555B-D0D3-086353109462}"/>
              </a:ext>
            </a:extLst>
          </p:cNvPr>
          <p:cNvSpPr/>
          <p:nvPr/>
        </p:nvSpPr>
        <p:spPr>
          <a:xfrm>
            <a:off x="738387" y="5732980"/>
            <a:ext cx="1137127" cy="5342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27D9374-1DE1-5591-A283-F773C15CB444}"/>
              </a:ext>
            </a:extLst>
          </p:cNvPr>
          <p:cNvSpPr>
            <a:spLocks noGrp="1"/>
          </p:cNvSpPr>
          <p:nvPr>
            <p:ph type="title"/>
          </p:nvPr>
        </p:nvSpPr>
        <p:spPr>
          <a:xfrm>
            <a:off x="2069686" y="446568"/>
            <a:ext cx="6064222" cy="659218"/>
          </a:xfrm>
        </p:spPr>
        <p:txBody>
          <a:bodyPr/>
          <a:lstStyle/>
          <a:p>
            <a:r>
              <a:rPr lang="en-US" altLang="vi-VN" sz="2400" b="1" spc="300" dirty="0">
                <a:solidFill>
                  <a:schemeClr val="tx1"/>
                </a:solidFill>
                <a:latin typeface="Calibri" panose="020F0502020204030204" pitchFamily="34" charset="0"/>
                <a:ea typeface="Calibri" panose="020F0502020204030204" pitchFamily="34" charset="0"/>
                <a:cs typeface="Calibri" panose="020F0502020204030204" pitchFamily="34" charset="0"/>
                <a:sym typeface="Arial" panose="020B0604020202020204" pitchFamily="34" charset="0"/>
              </a:rPr>
              <a:t>MỤC TIÊU ĐỀ TÀI</a:t>
            </a:r>
            <a:br>
              <a:rPr lang="vi-VN" altLang="vi-VN" sz="1800" b="1" spc="300" dirty="0">
                <a:solidFill>
                  <a:schemeClr val="tx1"/>
                </a:solidFill>
                <a:latin typeface="Noto Sans"/>
                <a:ea typeface="Noto Sans"/>
                <a:sym typeface="Arial" panose="020B0604020202020204" pitchFamily="34" charset="0"/>
              </a:rPr>
            </a:br>
            <a:endParaRPr lang="vi-VN" dirty="0">
              <a:solidFill>
                <a:schemeClr val="tx1"/>
              </a:solidFill>
            </a:endParaRPr>
          </a:p>
        </p:txBody>
      </p:sp>
      <p:sp>
        <p:nvSpPr>
          <p:cNvPr id="5" name="TextBox 4">
            <a:extLst>
              <a:ext uri="{FF2B5EF4-FFF2-40B4-BE49-F238E27FC236}">
                <a16:creationId xmlns:a16="http://schemas.microsoft.com/office/drawing/2014/main" id="{1A40D2EA-6D3F-98F8-346D-B12B3DC645C6}"/>
              </a:ext>
            </a:extLst>
          </p:cNvPr>
          <p:cNvSpPr txBox="1"/>
          <p:nvPr/>
        </p:nvSpPr>
        <p:spPr>
          <a:xfrm>
            <a:off x="6618831" y="1047295"/>
            <a:ext cx="5163082" cy="761982"/>
          </a:xfrm>
          <a:prstGeom prst="rect">
            <a:avLst/>
          </a:prstGeom>
          <a:noFill/>
        </p:spPr>
        <p:txBody>
          <a:bodyPr wrap="square" lIns="91422" tIns="45711" rIns="91422" bIns="45711" rtlCol="0">
            <a:normAutofit/>
          </a:bodyPr>
          <a:lstStyle/>
          <a:p>
            <a:pPr algn="just"/>
            <a:r>
              <a:rPr lang="pt-BR" sz="2000" dirty="0">
                <a:latin typeface="Times New Roman" panose="02020603050405020304" pitchFamily="18" charset="0"/>
                <a:cs typeface="Times New Roman" panose="02020603050405020304" pitchFamily="18" charset="0"/>
              </a:rPr>
              <a:t>Thiết kế và xây dựng một hệ thống quản lý bán hàng tiện ích dễ sử dụng, dễ bảo dưỡng</a:t>
            </a:r>
            <a:endParaRPr lang="en-US" altLang="zh-CN" sz="2000" dirty="0">
              <a:solidFill>
                <a:schemeClr val="bg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TextBox 6">
            <a:extLst>
              <a:ext uri="{FF2B5EF4-FFF2-40B4-BE49-F238E27FC236}">
                <a16:creationId xmlns:a16="http://schemas.microsoft.com/office/drawing/2014/main" id="{DDF898FE-655B-282F-4190-1469465EAE58}"/>
              </a:ext>
            </a:extLst>
          </p:cNvPr>
          <p:cNvSpPr txBox="1"/>
          <p:nvPr/>
        </p:nvSpPr>
        <p:spPr>
          <a:xfrm>
            <a:off x="6796495" y="5388187"/>
            <a:ext cx="5104318" cy="761982"/>
          </a:xfrm>
          <a:prstGeom prst="rect">
            <a:avLst/>
          </a:prstGeom>
          <a:noFill/>
        </p:spPr>
        <p:txBody>
          <a:bodyPr wrap="square" lIns="91422" tIns="45711" rIns="91422" bIns="45711" rtlCol="0">
            <a:normAutofit/>
          </a:bodyPr>
          <a:lstStyle/>
          <a:p>
            <a:r>
              <a:rPr lang="en-US" altLang="vi-VN" sz="2000" dirty="0" err="1">
                <a:latin typeface="Times New Roman" panose="02020603050405020304" pitchFamily="18" charset="0"/>
                <a:ea typeface="Noto Sans"/>
                <a:cs typeface="Times New Roman" panose="02020603050405020304" pitchFamily="18" charset="0"/>
              </a:rPr>
              <a:t>Tích</a:t>
            </a:r>
            <a:r>
              <a:rPr lang="en-US" altLang="vi-VN" sz="2000" dirty="0">
                <a:latin typeface="Times New Roman" panose="02020603050405020304" pitchFamily="18" charset="0"/>
                <a:ea typeface="Noto Sans"/>
                <a:cs typeface="Times New Roman" panose="02020603050405020304" pitchFamily="18" charset="0"/>
              </a:rPr>
              <a:t> </a:t>
            </a:r>
            <a:r>
              <a:rPr lang="en-US" altLang="vi-VN" sz="2000" dirty="0" err="1">
                <a:latin typeface="Times New Roman" panose="02020603050405020304" pitchFamily="18" charset="0"/>
                <a:ea typeface="Noto Sans"/>
                <a:cs typeface="Times New Roman" panose="02020603050405020304" pitchFamily="18" charset="0"/>
              </a:rPr>
              <a:t>hợp</a:t>
            </a:r>
            <a:r>
              <a:rPr lang="en-US" altLang="vi-VN" sz="2000" dirty="0">
                <a:latin typeface="Times New Roman" panose="02020603050405020304" pitchFamily="18" charset="0"/>
                <a:ea typeface="Noto Sans"/>
                <a:cs typeface="Times New Roman" panose="02020603050405020304" pitchFamily="18" charset="0"/>
              </a:rPr>
              <a:t> </a:t>
            </a:r>
            <a:r>
              <a:rPr lang="en-US" altLang="vi-VN" sz="2000" dirty="0" err="1">
                <a:latin typeface="Times New Roman" panose="02020603050405020304" pitchFamily="18" charset="0"/>
                <a:ea typeface="Noto Sans"/>
                <a:cs typeface="Times New Roman" panose="02020603050405020304" pitchFamily="18" charset="0"/>
              </a:rPr>
              <a:t>các</a:t>
            </a:r>
            <a:r>
              <a:rPr lang="en-US" altLang="vi-VN" sz="2000" dirty="0">
                <a:latin typeface="Times New Roman" panose="02020603050405020304" pitchFamily="18" charset="0"/>
                <a:ea typeface="Noto Sans"/>
                <a:cs typeface="Times New Roman" panose="02020603050405020304" pitchFamily="18" charset="0"/>
              </a:rPr>
              <a:t> </a:t>
            </a:r>
            <a:r>
              <a:rPr lang="en-US" altLang="vi-VN" sz="2000" dirty="0" err="1">
                <a:latin typeface="Times New Roman" panose="02020603050405020304" pitchFamily="18" charset="0"/>
                <a:ea typeface="Noto Sans"/>
                <a:cs typeface="Times New Roman" panose="02020603050405020304" pitchFamily="18" charset="0"/>
              </a:rPr>
              <a:t>tính</a:t>
            </a:r>
            <a:r>
              <a:rPr lang="en-US" altLang="vi-VN" sz="2000" dirty="0">
                <a:latin typeface="Times New Roman" panose="02020603050405020304" pitchFamily="18" charset="0"/>
                <a:ea typeface="Noto Sans"/>
                <a:cs typeface="Times New Roman" panose="02020603050405020304" pitchFamily="18" charset="0"/>
              </a:rPr>
              <a:t> </a:t>
            </a:r>
            <a:r>
              <a:rPr lang="en-US" altLang="vi-VN" sz="2000" dirty="0" err="1">
                <a:latin typeface="Times New Roman" panose="02020603050405020304" pitchFamily="18" charset="0"/>
                <a:ea typeface="Noto Sans"/>
                <a:cs typeface="Times New Roman" panose="02020603050405020304" pitchFamily="18" charset="0"/>
              </a:rPr>
              <a:t>năng</a:t>
            </a:r>
            <a:r>
              <a:rPr lang="en-US" altLang="vi-VN" sz="2000" dirty="0">
                <a:latin typeface="Times New Roman" panose="02020603050405020304" pitchFamily="18" charset="0"/>
                <a:ea typeface="Noto Sans"/>
                <a:cs typeface="Times New Roman" panose="02020603050405020304" pitchFamily="18" charset="0"/>
              </a:rPr>
              <a:t> </a:t>
            </a:r>
            <a:r>
              <a:rPr lang="en-US" altLang="vi-VN" sz="2000" dirty="0" err="1">
                <a:latin typeface="Times New Roman" panose="02020603050405020304" pitchFamily="18" charset="0"/>
                <a:ea typeface="Noto Sans"/>
                <a:cs typeface="Times New Roman" panose="02020603050405020304" pitchFamily="18" charset="0"/>
              </a:rPr>
              <a:t>mới</a:t>
            </a:r>
            <a:r>
              <a:rPr lang="en-US" altLang="vi-VN" sz="2000" dirty="0">
                <a:latin typeface="Times New Roman" panose="02020603050405020304" pitchFamily="18" charset="0"/>
                <a:ea typeface="Noto Sans"/>
                <a:cs typeface="Times New Roman" panose="02020603050405020304" pitchFamily="18" charset="0"/>
              </a:rPr>
              <a:t>, </a:t>
            </a:r>
            <a:r>
              <a:rPr lang="en-US" altLang="vi-VN" sz="2000" dirty="0" err="1">
                <a:latin typeface="Times New Roman" panose="02020603050405020304" pitchFamily="18" charset="0"/>
                <a:ea typeface="Noto Sans"/>
                <a:cs typeface="Times New Roman" panose="02020603050405020304" pitchFamily="18" charset="0"/>
              </a:rPr>
              <a:t>công</a:t>
            </a:r>
            <a:r>
              <a:rPr lang="en-US" altLang="vi-VN" sz="2000" dirty="0">
                <a:latin typeface="Times New Roman" panose="02020603050405020304" pitchFamily="18" charset="0"/>
                <a:ea typeface="Noto Sans"/>
                <a:cs typeface="Times New Roman" panose="02020603050405020304" pitchFamily="18" charset="0"/>
              </a:rPr>
              <a:t> </a:t>
            </a:r>
            <a:r>
              <a:rPr lang="en-US" altLang="vi-VN" sz="2000" dirty="0" err="1">
                <a:latin typeface="Times New Roman" panose="02020603050405020304" pitchFamily="18" charset="0"/>
                <a:ea typeface="Noto Sans"/>
                <a:cs typeface="Times New Roman" panose="02020603050405020304" pitchFamily="18" charset="0"/>
              </a:rPr>
              <a:t>nghệ</a:t>
            </a:r>
            <a:r>
              <a:rPr lang="en-US" altLang="vi-VN" sz="2000" dirty="0">
                <a:latin typeface="Times New Roman" panose="02020603050405020304" pitchFamily="18" charset="0"/>
                <a:ea typeface="Noto Sans"/>
                <a:cs typeface="Times New Roman" panose="02020603050405020304" pitchFamily="18" charset="0"/>
              </a:rPr>
              <a:t> </a:t>
            </a:r>
            <a:r>
              <a:rPr lang="en-US" altLang="vi-VN" sz="2000" dirty="0" err="1">
                <a:latin typeface="Times New Roman" panose="02020603050405020304" pitchFamily="18" charset="0"/>
                <a:ea typeface="Noto Sans"/>
                <a:cs typeface="Times New Roman" panose="02020603050405020304" pitchFamily="18" charset="0"/>
              </a:rPr>
              <a:t>mới</a:t>
            </a:r>
            <a:r>
              <a:rPr lang="en-US" altLang="vi-VN" sz="2000" dirty="0">
                <a:latin typeface="Times New Roman" panose="02020603050405020304" pitchFamily="18" charset="0"/>
                <a:ea typeface="Noto Sans"/>
                <a:cs typeface="Times New Roman" panose="02020603050405020304" pitchFamily="18" charset="0"/>
              </a:rPr>
              <a:t> </a:t>
            </a:r>
            <a:r>
              <a:rPr lang="en-US" altLang="vi-VN" sz="2000" dirty="0" err="1">
                <a:latin typeface="Times New Roman" panose="02020603050405020304" pitchFamily="18" charset="0"/>
                <a:ea typeface="Noto Sans"/>
                <a:cs typeface="Times New Roman" panose="02020603050405020304" pitchFamily="18" charset="0"/>
              </a:rPr>
              <a:t>cho</a:t>
            </a:r>
            <a:r>
              <a:rPr lang="en-US" altLang="vi-VN" sz="2000" dirty="0">
                <a:latin typeface="Times New Roman" panose="02020603050405020304" pitchFamily="18" charset="0"/>
                <a:ea typeface="Noto Sans"/>
                <a:cs typeface="Times New Roman" panose="02020603050405020304" pitchFamily="18" charset="0"/>
              </a:rPr>
              <a:t> </a:t>
            </a:r>
            <a:r>
              <a:rPr lang="en-US" altLang="vi-VN" sz="2000" dirty="0" err="1">
                <a:latin typeface="Times New Roman" panose="02020603050405020304" pitchFamily="18" charset="0"/>
                <a:ea typeface="Noto Sans"/>
                <a:cs typeface="Times New Roman" panose="02020603050405020304" pitchFamily="18" charset="0"/>
              </a:rPr>
              <a:t>khách</a:t>
            </a:r>
            <a:r>
              <a:rPr lang="en-US" altLang="vi-VN" sz="2000" dirty="0">
                <a:latin typeface="Times New Roman" panose="02020603050405020304" pitchFamily="18" charset="0"/>
                <a:ea typeface="Noto Sans"/>
                <a:cs typeface="Times New Roman" panose="02020603050405020304" pitchFamily="18" charset="0"/>
              </a:rPr>
              <a:t> </a:t>
            </a:r>
            <a:r>
              <a:rPr lang="en-US" altLang="vi-VN" sz="2000" dirty="0" err="1">
                <a:latin typeface="Times New Roman" panose="02020603050405020304" pitchFamily="18" charset="0"/>
                <a:ea typeface="Noto Sans"/>
                <a:cs typeface="Times New Roman" panose="02020603050405020304" pitchFamily="18" charset="0"/>
              </a:rPr>
              <a:t>hàng</a:t>
            </a:r>
            <a:r>
              <a:rPr lang="en-US" altLang="vi-VN" sz="2000" dirty="0">
                <a:latin typeface="Times New Roman" panose="02020603050405020304" pitchFamily="18" charset="0"/>
                <a:ea typeface="Noto Sans"/>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7" name="直接连接符 15">
            <a:extLst>
              <a:ext uri="{FF2B5EF4-FFF2-40B4-BE49-F238E27FC236}">
                <a16:creationId xmlns:a16="http://schemas.microsoft.com/office/drawing/2014/main" id="{12B4F7E0-1E37-BD3A-9A9A-1E05066DDEB8}"/>
              </a:ext>
            </a:extLst>
          </p:cNvPr>
          <p:cNvCxnSpPr>
            <a:cxnSpLocks/>
          </p:cNvCxnSpPr>
          <p:nvPr/>
        </p:nvCxnSpPr>
        <p:spPr>
          <a:xfrm>
            <a:off x="6752022" y="2261359"/>
            <a:ext cx="5047195" cy="0"/>
          </a:xfrm>
          <a:prstGeom prst="line">
            <a:avLst/>
          </a:prstGeom>
          <a:noFill/>
          <a:ln w="9525" cap="flat" cmpd="sng" algn="ctr">
            <a:solidFill>
              <a:schemeClr val="tx1">
                <a:lumMod val="65000"/>
                <a:lumOff val="35000"/>
              </a:schemeClr>
            </a:solidFill>
            <a:prstDash val="dash"/>
          </a:ln>
          <a:effectLst/>
        </p:spPr>
      </p:cxnSp>
      <p:grpSp>
        <p:nvGrpSpPr>
          <p:cNvPr id="8" name="组合 17">
            <a:extLst>
              <a:ext uri="{FF2B5EF4-FFF2-40B4-BE49-F238E27FC236}">
                <a16:creationId xmlns:a16="http://schemas.microsoft.com/office/drawing/2014/main" id="{F44FA578-78F6-83F6-FF96-A8D855857861}"/>
              </a:ext>
            </a:extLst>
          </p:cNvPr>
          <p:cNvGrpSpPr/>
          <p:nvPr/>
        </p:nvGrpSpPr>
        <p:grpSpPr>
          <a:xfrm>
            <a:off x="5329389" y="972395"/>
            <a:ext cx="1116630" cy="1116630"/>
            <a:chOff x="4955424" y="1457564"/>
            <a:chExt cx="599448" cy="599448"/>
          </a:xfrm>
          <a:effectLst/>
        </p:grpSpPr>
        <p:sp>
          <p:nvSpPr>
            <p:cNvPr id="9" name="椭圆 18">
              <a:extLst>
                <a:ext uri="{FF2B5EF4-FFF2-40B4-BE49-F238E27FC236}">
                  <a16:creationId xmlns:a16="http://schemas.microsoft.com/office/drawing/2014/main" id="{18BE54DE-3680-7253-A789-548C815BF927}"/>
                </a:ext>
              </a:extLst>
            </p:cNvPr>
            <p:cNvSpPr/>
            <p:nvPr/>
          </p:nvSpPr>
          <p:spPr>
            <a:xfrm>
              <a:off x="4955424" y="1457564"/>
              <a:ext cx="599448" cy="599448"/>
            </a:xfrm>
            <a:prstGeom prst="ellipse">
              <a:avLst/>
            </a:prstGeom>
            <a:solidFill>
              <a:srgbClr val="2156A6"/>
            </a:solidFill>
            <a:ln w="6350">
              <a:noFill/>
            </a:ln>
            <a:effectLst/>
            <a:scene3d>
              <a:camera prst="orthographicFront">
                <a:rot lat="0" lon="0" rev="0"/>
              </a:camera>
              <a:lightRig rig="balanced" dir="t">
                <a:rot lat="0" lon="0" rev="8700000"/>
              </a:lightRig>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65000"/>
                    <a:lumOff val="35000"/>
                  </a:schemeClr>
                </a:solidFill>
              </a:endParaRPr>
            </a:p>
          </p:txBody>
        </p:sp>
        <p:sp>
          <p:nvSpPr>
            <p:cNvPr id="10" name="Freeform 13">
              <a:extLst>
                <a:ext uri="{FF2B5EF4-FFF2-40B4-BE49-F238E27FC236}">
                  <a16:creationId xmlns:a16="http://schemas.microsoft.com/office/drawing/2014/main" id="{06E5DE43-4FD4-F4E3-BA07-1781F37E1441}"/>
                </a:ext>
              </a:extLst>
            </p:cNvPr>
            <p:cNvSpPr>
              <a:spLocks noEditPoints="1"/>
            </p:cNvSpPr>
            <p:nvPr/>
          </p:nvSpPr>
          <p:spPr bwMode="auto">
            <a:xfrm>
              <a:off x="5110341" y="1644432"/>
              <a:ext cx="289613" cy="227488"/>
            </a:xfrm>
            <a:custGeom>
              <a:avLst/>
              <a:gdLst>
                <a:gd name="T0" fmla="*/ 282 w 766"/>
                <a:gd name="T1" fmla="*/ 304 h 600"/>
                <a:gd name="T2" fmla="*/ 391 w 766"/>
                <a:gd name="T3" fmla="*/ 248 h 600"/>
                <a:gd name="T4" fmla="*/ 596 w 766"/>
                <a:gd name="T5" fmla="*/ 213 h 600"/>
                <a:gd name="T6" fmla="*/ 652 w 766"/>
                <a:gd name="T7" fmla="*/ 129 h 600"/>
                <a:gd name="T8" fmla="*/ 570 w 766"/>
                <a:gd name="T9" fmla="*/ 186 h 600"/>
                <a:gd name="T10" fmla="*/ 391 w 766"/>
                <a:gd name="T11" fmla="*/ 195 h 600"/>
                <a:gd name="T12" fmla="*/ 766 w 766"/>
                <a:gd name="T13" fmla="*/ 80 h 600"/>
                <a:gd name="T14" fmla="*/ 465 w 766"/>
                <a:gd name="T15" fmla="*/ 32 h 600"/>
                <a:gd name="T16" fmla="*/ 437 w 766"/>
                <a:gd name="T17" fmla="*/ 0 h 600"/>
                <a:gd name="T18" fmla="*/ 154 w 766"/>
                <a:gd name="T19" fmla="*/ 32 h 600"/>
                <a:gd name="T20" fmla="*/ 175 w 766"/>
                <a:gd name="T21" fmla="*/ 80 h 600"/>
                <a:gd name="T22" fmla="*/ 216 w 766"/>
                <a:gd name="T23" fmla="*/ 135 h 600"/>
                <a:gd name="T24" fmla="*/ 706 w 766"/>
                <a:gd name="T25" fmla="*/ 80 h 600"/>
                <a:gd name="T26" fmla="*/ 355 w 766"/>
                <a:gd name="T27" fmla="*/ 394 h 600"/>
                <a:gd name="T28" fmla="*/ 706 w 766"/>
                <a:gd name="T29" fmla="*/ 410 h 600"/>
                <a:gd name="T30" fmla="*/ 361 w 766"/>
                <a:gd name="T31" fmla="*/ 427 h 600"/>
                <a:gd name="T32" fmla="*/ 362 w 766"/>
                <a:gd name="T33" fmla="*/ 478 h 600"/>
                <a:gd name="T34" fmla="*/ 437 w 766"/>
                <a:gd name="T35" fmla="*/ 595 h 600"/>
                <a:gd name="T36" fmla="*/ 465 w 766"/>
                <a:gd name="T37" fmla="*/ 478 h 600"/>
                <a:gd name="T38" fmla="*/ 603 w 766"/>
                <a:gd name="T39" fmla="*/ 592 h 600"/>
                <a:gd name="T40" fmla="*/ 591 w 766"/>
                <a:gd name="T41" fmla="*/ 478 h 600"/>
                <a:gd name="T42" fmla="*/ 766 w 766"/>
                <a:gd name="T43" fmla="*/ 427 h 600"/>
                <a:gd name="T44" fmla="*/ 747 w 766"/>
                <a:gd name="T45" fmla="*/ 80 h 600"/>
                <a:gd name="T46" fmla="*/ 161 w 766"/>
                <a:gd name="T47" fmla="*/ 310 h 600"/>
                <a:gd name="T48" fmla="*/ 235 w 766"/>
                <a:gd name="T49" fmla="*/ 236 h 600"/>
                <a:gd name="T50" fmla="*/ 86 w 766"/>
                <a:gd name="T51" fmla="*/ 236 h 600"/>
                <a:gd name="T52" fmla="*/ 208 w 766"/>
                <a:gd name="T53" fmla="*/ 325 h 600"/>
                <a:gd name="T54" fmla="*/ 181 w 766"/>
                <a:gd name="T55" fmla="*/ 325 h 600"/>
                <a:gd name="T56" fmla="*/ 188 w 766"/>
                <a:gd name="T57" fmla="*/ 339 h 600"/>
                <a:gd name="T58" fmla="*/ 196 w 766"/>
                <a:gd name="T59" fmla="*/ 510 h 600"/>
                <a:gd name="T60" fmla="*/ 129 w 766"/>
                <a:gd name="T61" fmla="*/ 510 h 600"/>
                <a:gd name="T62" fmla="*/ 137 w 766"/>
                <a:gd name="T63" fmla="*/ 339 h 600"/>
                <a:gd name="T64" fmla="*/ 145 w 766"/>
                <a:gd name="T65" fmla="*/ 325 h 600"/>
                <a:gd name="T66" fmla="*/ 0 w 766"/>
                <a:gd name="T67" fmla="*/ 438 h 600"/>
                <a:gd name="T68" fmla="*/ 66 w 766"/>
                <a:gd name="T69" fmla="*/ 600 h 600"/>
                <a:gd name="T70" fmla="*/ 89 w 766"/>
                <a:gd name="T71" fmla="*/ 432 h 600"/>
                <a:gd name="T72" fmla="*/ 230 w 766"/>
                <a:gd name="T73" fmla="*/ 600 h 600"/>
                <a:gd name="T74" fmla="*/ 253 w 766"/>
                <a:gd name="T75" fmla="*/ 432 h 600"/>
                <a:gd name="T76" fmla="*/ 321 w 766"/>
                <a:gd name="T77" fmla="*/ 600 h 600"/>
                <a:gd name="T78" fmla="*/ 208 w 766"/>
                <a:gd name="T79" fmla="*/ 325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66" h="600">
                  <a:moveTo>
                    <a:pt x="391" y="195"/>
                  </a:moveTo>
                  <a:lnTo>
                    <a:pt x="282" y="304"/>
                  </a:lnTo>
                  <a:cubicBezTo>
                    <a:pt x="293" y="310"/>
                    <a:pt x="303" y="317"/>
                    <a:pt x="312" y="326"/>
                  </a:cubicBezTo>
                  <a:lnTo>
                    <a:pt x="391" y="248"/>
                  </a:lnTo>
                  <a:lnTo>
                    <a:pt x="476" y="333"/>
                  </a:lnTo>
                  <a:lnTo>
                    <a:pt x="596" y="213"/>
                  </a:lnTo>
                  <a:lnTo>
                    <a:pt x="614" y="259"/>
                  </a:lnTo>
                  <a:lnTo>
                    <a:pt x="652" y="129"/>
                  </a:lnTo>
                  <a:lnTo>
                    <a:pt x="522" y="167"/>
                  </a:lnTo>
                  <a:lnTo>
                    <a:pt x="570" y="186"/>
                  </a:lnTo>
                  <a:lnTo>
                    <a:pt x="476" y="280"/>
                  </a:lnTo>
                  <a:lnTo>
                    <a:pt x="391" y="195"/>
                  </a:lnTo>
                  <a:close/>
                  <a:moveTo>
                    <a:pt x="766" y="80"/>
                  </a:moveTo>
                  <a:lnTo>
                    <a:pt x="766" y="80"/>
                  </a:lnTo>
                  <a:lnTo>
                    <a:pt x="766" y="32"/>
                  </a:lnTo>
                  <a:lnTo>
                    <a:pt x="465" y="32"/>
                  </a:lnTo>
                  <a:lnTo>
                    <a:pt x="465" y="0"/>
                  </a:lnTo>
                  <a:lnTo>
                    <a:pt x="437" y="0"/>
                  </a:lnTo>
                  <a:lnTo>
                    <a:pt x="437" y="32"/>
                  </a:lnTo>
                  <a:lnTo>
                    <a:pt x="154" y="32"/>
                  </a:lnTo>
                  <a:lnTo>
                    <a:pt x="154" y="80"/>
                  </a:lnTo>
                  <a:lnTo>
                    <a:pt x="175" y="80"/>
                  </a:lnTo>
                  <a:lnTo>
                    <a:pt x="175" y="122"/>
                  </a:lnTo>
                  <a:cubicBezTo>
                    <a:pt x="190" y="124"/>
                    <a:pt x="203" y="128"/>
                    <a:pt x="216" y="135"/>
                  </a:cubicBezTo>
                  <a:lnTo>
                    <a:pt x="216" y="80"/>
                  </a:lnTo>
                  <a:lnTo>
                    <a:pt x="706" y="80"/>
                  </a:lnTo>
                  <a:lnTo>
                    <a:pt x="706" y="394"/>
                  </a:lnTo>
                  <a:lnTo>
                    <a:pt x="355" y="394"/>
                  </a:lnTo>
                  <a:cubicBezTo>
                    <a:pt x="356" y="399"/>
                    <a:pt x="358" y="404"/>
                    <a:pt x="359" y="410"/>
                  </a:cubicBezTo>
                  <a:lnTo>
                    <a:pt x="706" y="410"/>
                  </a:lnTo>
                  <a:lnTo>
                    <a:pt x="706" y="427"/>
                  </a:lnTo>
                  <a:lnTo>
                    <a:pt x="361" y="427"/>
                  </a:lnTo>
                  <a:cubicBezTo>
                    <a:pt x="361" y="430"/>
                    <a:pt x="362" y="434"/>
                    <a:pt x="362" y="438"/>
                  </a:cubicBezTo>
                  <a:lnTo>
                    <a:pt x="362" y="478"/>
                  </a:lnTo>
                  <a:lnTo>
                    <a:pt x="437" y="478"/>
                  </a:lnTo>
                  <a:lnTo>
                    <a:pt x="437" y="595"/>
                  </a:lnTo>
                  <a:lnTo>
                    <a:pt x="465" y="595"/>
                  </a:lnTo>
                  <a:lnTo>
                    <a:pt x="465" y="478"/>
                  </a:lnTo>
                  <a:lnTo>
                    <a:pt x="560" y="478"/>
                  </a:lnTo>
                  <a:lnTo>
                    <a:pt x="603" y="592"/>
                  </a:lnTo>
                  <a:lnTo>
                    <a:pt x="631" y="585"/>
                  </a:lnTo>
                  <a:lnTo>
                    <a:pt x="591" y="478"/>
                  </a:lnTo>
                  <a:lnTo>
                    <a:pt x="766" y="478"/>
                  </a:lnTo>
                  <a:lnTo>
                    <a:pt x="766" y="427"/>
                  </a:lnTo>
                  <a:lnTo>
                    <a:pt x="747" y="427"/>
                  </a:lnTo>
                  <a:lnTo>
                    <a:pt x="747" y="80"/>
                  </a:lnTo>
                  <a:lnTo>
                    <a:pt x="766" y="80"/>
                  </a:lnTo>
                  <a:close/>
                  <a:moveTo>
                    <a:pt x="161" y="310"/>
                  </a:moveTo>
                  <a:lnTo>
                    <a:pt x="161" y="310"/>
                  </a:lnTo>
                  <a:cubicBezTo>
                    <a:pt x="202" y="310"/>
                    <a:pt x="235" y="277"/>
                    <a:pt x="235" y="236"/>
                  </a:cubicBezTo>
                  <a:cubicBezTo>
                    <a:pt x="235" y="194"/>
                    <a:pt x="202" y="161"/>
                    <a:pt x="161" y="161"/>
                  </a:cubicBezTo>
                  <a:cubicBezTo>
                    <a:pt x="119" y="161"/>
                    <a:pt x="86" y="194"/>
                    <a:pt x="86" y="236"/>
                  </a:cubicBezTo>
                  <a:cubicBezTo>
                    <a:pt x="86" y="277"/>
                    <a:pt x="119" y="310"/>
                    <a:pt x="161" y="310"/>
                  </a:cubicBezTo>
                  <a:close/>
                  <a:moveTo>
                    <a:pt x="208" y="325"/>
                  </a:moveTo>
                  <a:lnTo>
                    <a:pt x="208" y="325"/>
                  </a:lnTo>
                  <a:lnTo>
                    <a:pt x="181" y="325"/>
                  </a:lnTo>
                  <a:lnTo>
                    <a:pt x="185" y="328"/>
                  </a:lnTo>
                  <a:cubicBezTo>
                    <a:pt x="188" y="331"/>
                    <a:pt x="190" y="336"/>
                    <a:pt x="188" y="339"/>
                  </a:cubicBezTo>
                  <a:lnTo>
                    <a:pt x="178" y="365"/>
                  </a:lnTo>
                  <a:lnTo>
                    <a:pt x="196" y="510"/>
                  </a:lnTo>
                  <a:lnTo>
                    <a:pt x="163" y="540"/>
                  </a:lnTo>
                  <a:lnTo>
                    <a:pt x="129" y="510"/>
                  </a:lnTo>
                  <a:lnTo>
                    <a:pt x="147" y="365"/>
                  </a:lnTo>
                  <a:lnTo>
                    <a:pt x="137" y="339"/>
                  </a:lnTo>
                  <a:cubicBezTo>
                    <a:pt x="135" y="336"/>
                    <a:pt x="137" y="331"/>
                    <a:pt x="140" y="328"/>
                  </a:cubicBezTo>
                  <a:lnTo>
                    <a:pt x="145" y="325"/>
                  </a:lnTo>
                  <a:lnTo>
                    <a:pt x="112" y="325"/>
                  </a:lnTo>
                  <a:cubicBezTo>
                    <a:pt x="50" y="325"/>
                    <a:pt x="0" y="376"/>
                    <a:pt x="0" y="438"/>
                  </a:cubicBezTo>
                  <a:lnTo>
                    <a:pt x="0" y="600"/>
                  </a:lnTo>
                  <a:lnTo>
                    <a:pt x="66" y="600"/>
                  </a:lnTo>
                  <a:lnTo>
                    <a:pt x="66" y="432"/>
                  </a:lnTo>
                  <a:lnTo>
                    <a:pt x="89" y="432"/>
                  </a:lnTo>
                  <a:lnTo>
                    <a:pt x="89" y="600"/>
                  </a:lnTo>
                  <a:lnTo>
                    <a:pt x="230" y="600"/>
                  </a:lnTo>
                  <a:lnTo>
                    <a:pt x="230" y="432"/>
                  </a:lnTo>
                  <a:lnTo>
                    <a:pt x="253" y="432"/>
                  </a:lnTo>
                  <a:lnTo>
                    <a:pt x="253" y="600"/>
                  </a:lnTo>
                  <a:lnTo>
                    <a:pt x="321" y="600"/>
                  </a:lnTo>
                  <a:lnTo>
                    <a:pt x="321" y="438"/>
                  </a:lnTo>
                  <a:cubicBezTo>
                    <a:pt x="321" y="376"/>
                    <a:pt x="271" y="325"/>
                    <a:pt x="208" y="32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sz="1600"/>
            </a:p>
          </p:txBody>
        </p:sp>
      </p:grpSp>
      <p:grpSp>
        <p:nvGrpSpPr>
          <p:cNvPr id="11" name="组合 20">
            <a:extLst>
              <a:ext uri="{FF2B5EF4-FFF2-40B4-BE49-F238E27FC236}">
                <a16:creationId xmlns:a16="http://schemas.microsoft.com/office/drawing/2014/main" id="{557BA0CC-D79C-F89E-D2E8-76DCE2F8011E}"/>
              </a:ext>
            </a:extLst>
          </p:cNvPr>
          <p:cNvGrpSpPr/>
          <p:nvPr/>
        </p:nvGrpSpPr>
        <p:grpSpPr>
          <a:xfrm>
            <a:off x="5363596" y="3722622"/>
            <a:ext cx="1116630" cy="1116630"/>
            <a:chOff x="4970854" y="2513407"/>
            <a:chExt cx="599448" cy="599448"/>
          </a:xfrm>
          <a:effectLst/>
        </p:grpSpPr>
        <p:sp>
          <p:nvSpPr>
            <p:cNvPr id="12" name="椭圆 21">
              <a:extLst>
                <a:ext uri="{FF2B5EF4-FFF2-40B4-BE49-F238E27FC236}">
                  <a16:creationId xmlns:a16="http://schemas.microsoft.com/office/drawing/2014/main" id="{16D0B37C-F281-1D7D-D1C3-F77BC4C655DF}"/>
                </a:ext>
              </a:extLst>
            </p:cNvPr>
            <p:cNvSpPr/>
            <p:nvPr/>
          </p:nvSpPr>
          <p:spPr>
            <a:xfrm>
              <a:off x="4970854" y="2513407"/>
              <a:ext cx="599448" cy="599448"/>
            </a:xfrm>
            <a:prstGeom prst="ellipse">
              <a:avLst/>
            </a:prstGeom>
            <a:solidFill>
              <a:srgbClr val="2156A6"/>
            </a:solidFill>
            <a:ln w="6350">
              <a:noFill/>
            </a:ln>
            <a:effectLst/>
            <a:scene3d>
              <a:camera prst="orthographicFront">
                <a:rot lat="0" lon="0" rev="0"/>
              </a:camera>
              <a:lightRig rig="balanced" dir="t">
                <a:rot lat="0" lon="0" rev="8700000"/>
              </a:lightRig>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65000"/>
                    <a:lumOff val="35000"/>
                  </a:schemeClr>
                </a:solidFill>
              </a:endParaRPr>
            </a:p>
          </p:txBody>
        </p:sp>
        <p:sp>
          <p:nvSpPr>
            <p:cNvPr id="13" name="Freeform 17">
              <a:extLst>
                <a:ext uri="{FF2B5EF4-FFF2-40B4-BE49-F238E27FC236}">
                  <a16:creationId xmlns:a16="http://schemas.microsoft.com/office/drawing/2014/main" id="{E5FDD20A-58B2-37F4-35EE-3596C103AB9E}"/>
                </a:ext>
              </a:extLst>
            </p:cNvPr>
            <p:cNvSpPr>
              <a:spLocks noEditPoints="1"/>
            </p:cNvSpPr>
            <p:nvPr/>
          </p:nvSpPr>
          <p:spPr bwMode="auto">
            <a:xfrm>
              <a:off x="5110341" y="2641777"/>
              <a:ext cx="289614" cy="309707"/>
            </a:xfrm>
            <a:custGeom>
              <a:avLst/>
              <a:gdLst>
                <a:gd name="T0" fmla="*/ 224 w 593"/>
                <a:gd name="T1" fmla="*/ 394 h 633"/>
                <a:gd name="T2" fmla="*/ 213 w 593"/>
                <a:gd name="T3" fmla="*/ 358 h 633"/>
                <a:gd name="T4" fmla="*/ 259 w 593"/>
                <a:gd name="T5" fmla="*/ 173 h 633"/>
                <a:gd name="T6" fmla="*/ 307 w 593"/>
                <a:gd name="T7" fmla="*/ 323 h 633"/>
                <a:gd name="T8" fmla="*/ 367 w 593"/>
                <a:gd name="T9" fmla="*/ 149 h 633"/>
                <a:gd name="T10" fmla="*/ 234 w 593"/>
                <a:gd name="T11" fmla="*/ 296 h 633"/>
                <a:gd name="T12" fmla="*/ 223 w 593"/>
                <a:gd name="T13" fmla="*/ 315 h 633"/>
                <a:gd name="T14" fmla="*/ 304 w 593"/>
                <a:gd name="T15" fmla="*/ 363 h 633"/>
                <a:gd name="T16" fmla="*/ 391 w 593"/>
                <a:gd name="T17" fmla="*/ 127 h 633"/>
                <a:gd name="T18" fmla="*/ 395 w 593"/>
                <a:gd name="T19" fmla="*/ 81 h 633"/>
                <a:gd name="T20" fmla="*/ 391 w 593"/>
                <a:gd name="T21" fmla="*/ 127 h 633"/>
                <a:gd name="T22" fmla="*/ 463 w 593"/>
                <a:gd name="T23" fmla="*/ 149 h 633"/>
                <a:gd name="T24" fmla="*/ 417 w 593"/>
                <a:gd name="T25" fmla="*/ 154 h 633"/>
                <a:gd name="T26" fmla="*/ 338 w 593"/>
                <a:gd name="T27" fmla="*/ 107 h 633"/>
                <a:gd name="T28" fmla="*/ 319 w 593"/>
                <a:gd name="T29" fmla="*/ 65 h 633"/>
                <a:gd name="T30" fmla="*/ 338 w 593"/>
                <a:gd name="T31" fmla="*/ 107 h 633"/>
                <a:gd name="T32" fmla="*/ 261 w 593"/>
                <a:gd name="T33" fmla="*/ 79 h 633"/>
                <a:gd name="T34" fmla="*/ 266 w 593"/>
                <a:gd name="T35" fmla="*/ 125 h 633"/>
                <a:gd name="T36" fmla="*/ 435 w 593"/>
                <a:gd name="T37" fmla="*/ 226 h 633"/>
                <a:gd name="T38" fmla="*/ 477 w 593"/>
                <a:gd name="T39" fmla="*/ 207 h 633"/>
                <a:gd name="T40" fmla="*/ 435 w 593"/>
                <a:gd name="T41" fmla="*/ 226 h 633"/>
                <a:gd name="T42" fmla="*/ 218 w 593"/>
                <a:gd name="T43" fmla="*/ 324 h 633"/>
                <a:gd name="T44" fmla="*/ 206 w 593"/>
                <a:gd name="T45" fmla="*/ 344 h 633"/>
                <a:gd name="T46" fmla="*/ 288 w 593"/>
                <a:gd name="T47" fmla="*/ 391 h 633"/>
                <a:gd name="T48" fmla="*/ 216 w 593"/>
                <a:gd name="T49" fmla="*/ 633 h 633"/>
                <a:gd name="T50" fmla="*/ 231 w 593"/>
                <a:gd name="T51" fmla="*/ 37 h 633"/>
                <a:gd name="T52" fmla="*/ 564 w 593"/>
                <a:gd name="T53" fmla="*/ 180 h 633"/>
                <a:gd name="T54" fmla="*/ 569 w 593"/>
                <a:gd name="T55" fmla="*/ 276 h 633"/>
                <a:gd name="T56" fmla="*/ 586 w 593"/>
                <a:gd name="T57" fmla="*/ 396 h 633"/>
                <a:gd name="T58" fmla="*/ 565 w 593"/>
                <a:gd name="T59" fmla="*/ 498 h 633"/>
                <a:gd name="T60" fmla="*/ 442 w 593"/>
                <a:gd name="T61" fmla="*/ 526 h 633"/>
                <a:gd name="T62" fmla="*/ 216 w 593"/>
                <a:gd name="T63" fmla="*/ 633 h 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93" h="633">
                  <a:moveTo>
                    <a:pt x="213" y="358"/>
                  </a:moveTo>
                  <a:cubicBezTo>
                    <a:pt x="207" y="371"/>
                    <a:pt x="212" y="387"/>
                    <a:pt x="224" y="394"/>
                  </a:cubicBezTo>
                  <a:cubicBezTo>
                    <a:pt x="235" y="400"/>
                    <a:pt x="248" y="398"/>
                    <a:pt x="257" y="391"/>
                  </a:cubicBezTo>
                  <a:lnTo>
                    <a:pt x="213" y="358"/>
                  </a:lnTo>
                  <a:close/>
                  <a:moveTo>
                    <a:pt x="367" y="149"/>
                  </a:moveTo>
                  <a:cubicBezTo>
                    <a:pt x="328" y="126"/>
                    <a:pt x="279" y="137"/>
                    <a:pt x="259" y="173"/>
                  </a:cubicBezTo>
                  <a:cubicBezTo>
                    <a:pt x="238" y="210"/>
                    <a:pt x="265" y="250"/>
                    <a:pt x="246" y="288"/>
                  </a:cubicBezTo>
                  <a:lnTo>
                    <a:pt x="307" y="323"/>
                  </a:lnTo>
                  <a:cubicBezTo>
                    <a:pt x="330" y="288"/>
                    <a:pt x="380" y="291"/>
                    <a:pt x="401" y="255"/>
                  </a:cubicBezTo>
                  <a:cubicBezTo>
                    <a:pt x="421" y="219"/>
                    <a:pt x="406" y="172"/>
                    <a:pt x="367" y="149"/>
                  </a:cubicBezTo>
                  <a:close/>
                  <a:moveTo>
                    <a:pt x="301" y="346"/>
                  </a:moveTo>
                  <a:lnTo>
                    <a:pt x="234" y="296"/>
                  </a:lnTo>
                  <a:cubicBezTo>
                    <a:pt x="229" y="292"/>
                    <a:pt x="223" y="293"/>
                    <a:pt x="219" y="299"/>
                  </a:cubicBezTo>
                  <a:cubicBezTo>
                    <a:pt x="216" y="304"/>
                    <a:pt x="218" y="312"/>
                    <a:pt x="223" y="315"/>
                  </a:cubicBezTo>
                  <a:lnTo>
                    <a:pt x="289" y="366"/>
                  </a:lnTo>
                  <a:cubicBezTo>
                    <a:pt x="295" y="370"/>
                    <a:pt x="301" y="368"/>
                    <a:pt x="304" y="363"/>
                  </a:cubicBezTo>
                  <a:cubicBezTo>
                    <a:pt x="307" y="357"/>
                    <a:pt x="306" y="350"/>
                    <a:pt x="301" y="346"/>
                  </a:cubicBezTo>
                  <a:close/>
                  <a:moveTo>
                    <a:pt x="391" y="127"/>
                  </a:moveTo>
                  <a:lnTo>
                    <a:pt x="412" y="90"/>
                  </a:lnTo>
                  <a:lnTo>
                    <a:pt x="395" y="81"/>
                  </a:lnTo>
                  <a:lnTo>
                    <a:pt x="374" y="117"/>
                  </a:lnTo>
                  <a:lnTo>
                    <a:pt x="391" y="127"/>
                  </a:lnTo>
                  <a:close/>
                  <a:moveTo>
                    <a:pt x="426" y="170"/>
                  </a:moveTo>
                  <a:lnTo>
                    <a:pt x="463" y="149"/>
                  </a:lnTo>
                  <a:lnTo>
                    <a:pt x="453" y="133"/>
                  </a:lnTo>
                  <a:lnTo>
                    <a:pt x="417" y="154"/>
                  </a:lnTo>
                  <a:lnTo>
                    <a:pt x="426" y="170"/>
                  </a:lnTo>
                  <a:close/>
                  <a:moveTo>
                    <a:pt x="338" y="107"/>
                  </a:moveTo>
                  <a:lnTo>
                    <a:pt x="338" y="65"/>
                  </a:lnTo>
                  <a:lnTo>
                    <a:pt x="319" y="65"/>
                  </a:lnTo>
                  <a:lnTo>
                    <a:pt x="319" y="107"/>
                  </a:lnTo>
                  <a:lnTo>
                    <a:pt x="338" y="107"/>
                  </a:lnTo>
                  <a:close/>
                  <a:moveTo>
                    <a:pt x="282" y="116"/>
                  </a:moveTo>
                  <a:lnTo>
                    <a:pt x="261" y="79"/>
                  </a:lnTo>
                  <a:lnTo>
                    <a:pt x="245" y="89"/>
                  </a:lnTo>
                  <a:lnTo>
                    <a:pt x="266" y="125"/>
                  </a:lnTo>
                  <a:lnTo>
                    <a:pt x="282" y="116"/>
                  </a:lnTo>
                  <a:close/>
                  <a:moveTo>
                    <a:pt x="435" y="226"/>
                  </a:moveTo>
                  <a:lnTo>
                    <a:pt x="477" y="226"/>
                  </a:lnTo>
                  <a:lnTo>
                    <a:pt x="477" y="207"/>
                  </a:lnTo>
                  <a:lnTo>
                    <a:pt x="436" y="207"/>
                  </a:lnTo>
                  <a:lnTo>
                    <a:pt x="435" y="226"/>
                  </a:lnTo>
                  <a:close/>
                  <a:moveTo>
                    <a:pt x="284" y="375"/>
                  </a:moveTo>
                  <a:lnTo>
                    <a:pt x="218" y="324"/>
                  </a:lnTo>
                  <a:cubicBezTo>
                    <a:pt x="213" y="320"/>
                    <a:pt x="206" y="322"/>
                    <a:pt x="203" y="327"/>
                  </a:cubicBezTo>
                  <a:cubicBezTo>
                    <a:pt x="200" y="333"/>
                    <a:pt x="201" y="340"/>
                    <a:pt x="206" y="344"/>
                  </a:cubicBezTo>
                  <a:lnTo>
                    <a:pt x="273" y="394"/>
                  </a:lnTo>
                  <a:cubicBezTo>
                    <a:pt x="278" y="398"/>
                    <a:pt x="285" y="397"/>
                    <a:pt x="288" y="391"/>
                  </a:cubicBezTo>
                  <a:cubicBezTo>
                    <a:pt x="291" y="386"/>
                    <a:pt x="289" y="378"/>
                    <a:pt x="284" y="375"/>
                  </a:cubicBezTo>
                  <a:close/>
                  <a:moveTo>
                    <a:pt x="216" y="633"/>
                  </a:moveTo>
                  <a:cubicBezTo>
                    <a:pt x="223" y="583"/>
                    <a:pt x="223" y="530"/>
                    <a:pt x="210" y="483"/>
                  </a:cubicBezTo>
                  <a:cubicBezTo>
                    <a:pt x="0" y="365"/>
                    <a:pt x="55" y="92"/>
                    <a:pt x="231" y="37"/>
                  </a:cubicBezTo>
                  <a:cubicBezTo>
                    <a:pt x="324" y="0"/>
                    <a:pt x="450" y="22"/>
                    <a:pt x="533" y="105"/>
                  </a:cubicBezTo>
                  <a:cubicBezTo>
                    <a:pt x="593" y="165"/>
                    <a:pt x="564" y="180"/>
                    <a:pt x="564" y="180"/>
                  </a:cubicBezTo>
                  <a:lnTo>
                    <a:pt x="551" y="187"/>
                  </a:lnTo>
                  <a:cubicBezTo>
                    <a:pt x="558" y="216"/>
                    <a:pt x="571" y="268"/>
                    <a:pt x="569" y="276"/>
                  </a:cubicBezTo>
                  <a:cubicBezTo>
                    <a:pt x="567" y="285"/>
                    <a:pt x="556" y="295"/>
                    <a:pt x="556" y="295"/>
                  </a:cubicBezTo>
                  <a:lnTo>
                    <a:pt x="586" y="396"/>
                  </a:lnTo>
                  <a:lnTo>
                    <a:pt x="559" y="407"/>
                  </a:lnTo>
                  <a:cubicBezTo>
                    <a:pt x="565" y="439"/>
                    <a:pt x="568" y="466"/>
                    <a:pt x="565" y="498"/>
                  </a:cubicBezTo>
                  <a:cubicBezTo>
                    <a:pt x="565" y="503"/>
                    <a:pt x="547" y="519"/>
                    <a:pt x="532" y="520"/>
                  </a:cubicBezTo>
                  <a:lnTo>
                    <a:pt x="442" y="526"/>
                  </a:lnTo>
                  <a:lnTo>
                    <a:pt x="448" y="633"/>
                  </a:lnTo>
                  <a:lnTo>
                    <a:pt x="216" y="63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sz="1600"/>
            </a:p>
          </p:txBody>
        </p:sp>
      </p:grpSp>
      <p:grpSp>
        <p:nvGrpSpPr>
          <p:cNvPr id="14" name="组合 23">
            <a:extLst>
              <a:ext uri="{FF2B5EF4-FFF2-40B4-BE49-F238E27FC236}">
                <a16:creationId xmlns:a16="http://schemas.microsoft.com/office/drawing/2014/main" id="{0D1C3A3F-A350-7EDD-F35B-C321B0D01441}"/>
              </a:ext>
            </a:extLst>
          </p:cNvPr>
          <p:cNvGrpSpPr/>
          <p:nvPr/>
        </p:nvGrpSpPr>
        <p:grpSpPr>
          <a:xfrm>
            <a:off x="5350193" y="2345676"/>
            <a:ext cx="1116630" cy="1116630"/>
            <a:chOff x="4988609" y="3551062"/>
            <a:chExt cx="599448" cy="599448"/>
          </a:xfrm>
          <a:effectLst/>
        </p:grpSpPr>
        <p:sp>
          <p:nvSpPr>
            <p:cNvPr id="15" name="椭圆 24">
              <a:extLst>
                <a:ext uri="{FF2B5EF4-FFF2-40B4-BE49-F238E27FC236}">
                  <a16:creationId xmlns:a16="http://schemas.microsoft.com/office/drawing/2014/main" id="{621EBB9E-648B-9196-2A55-E239E8DD40C4}"/>
                </a:ext>
              </a:extLst>
            </p:cNvPr>
            <p:cNvSpPr/>
            <p:nvPr/>
          </p:nvSpPr>
          <p:spPr>
            <a:xfrm>
              <a:off x="4988609" y="3551062"/>
              <a:ext cx="599448" cy="599448"/>
            </a:xfrm>
            <a:prstGeom prst="ellipse">
              <a:avLst/>
            </a:prstGeom>
            <a:solidFill>
              <a:srgbClr val="2156A6"/>
            </a:solidFill>
            <a:ln w="6350">
              <a:noFill/>
            </a:ln>
            <a:effectLst/>
            <a:scene3d>
              <a:camera prst="orthographicFront">
                <a:rot lat="0" lon="0" rev="0"/>
              </a:camera>
              <a:lightRig rig="balanced" dir="t">
                <a:rot lat="0" lon="0" rev="8700000"/>
              </a:lightRig>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65000"/>
                    <a:lumOff val="35000"/>
                  </a:schemeClr>
                </a:solidFill>
              </a:endParaRPr>
            </a:p>
          </p:txBody>
        </p:sp>
        <p:sp>
          <p:nvSpPr>
            <p:cNvPr id="16" name="Freeform 19">
              <a:extLst>
                <a:ext uri="{FF2B5EF4-FFF2-40B4-BE49-F238E27FC236}">
                  <a16:creationId xmlns:a16="http://schemas.microsoft.com/office/drawing/2014/main" id="{2D6050F0-9E80-584D-31B0-C69121D32F89}"/>
                </a:ext>
              </a:extLst>
            </p:cNvPr>
            <p:cNvSpPr>
              <a:spLocks noEditPoints="1"/>
            </p:cNvSpPr>
            <p:nvPr/>
          </p:nvSpPr>
          <p:spPr bwMode="auto">
            <a:xfrm>
              <a:off x="5140570" y="3710860"/>
              <a:ext cx="295526" cy="279852"/>
            </a:xfrm>
            <a:custGeom>
              <a:avLst/>
              <a:gdLst>
                <a:gd name="T0" fmla="*/ 522 w 638"/>
                <a:gd name="T1" fmla="*/ 59 h 603"/>
                <a:gd name="T2" fmla="*/ 520 w 638"/>
                <a:gd name="T3" fmla="*/ 186 h 603"/>
                <a:gd name="T4" fmla="*/ 301 w 638"/>
                <a:gd name="T5" fmla="*/ 186 h 603"/>
                <a:gd name="T6" fmla="*/ 299 w 638"/>
                <a:gd name="T7" fmla="*/ 129 h 603"/>
                <a:gd name="T8" fmla="*/ 299 w 638"/>
                <a:gd name="T9" fmla="*/ 119 h 603"/>
                <a:gd name="T10" fmla="*/ 301 w 638"/>
                <a:gd name="T11" fmla="*/ 54 h 603"/>
                <a:gd name="T12" fmla="*/ 305 w 638"/>
                <a:gd name="T13" fmla="*/ 27 h 603"/>
                <a:gd name="T14" fmla="*/ 273 w 638"/>
                <a:gd name="T15" fmla="*/ 59 h 603"/>
                <a:gd name="T16" fmla="*/ 263 w 638"/>
                <a:gd name="T17" fmla="*/ 113 h 603"/>
                <a:gd name="T18" fmla="*/ 111 w 638"/>
                <a:gd name="T19" fmla="*/ 94 h 603"/>
                <a:gd name="T20" fmla="*/ 112 w 638"/>
                <a:gd name="T21" fmla="*/ 207 h 603"/>
                <a:gd name="T22" fmla="*/ 117 w 638"/>
                <a:gd name="T23" fmla="*/ 207 h 603"/>
                <a:gd name="T24" fmla="*/ 148 w 638"/>
                <a:gd name="T25" fmla="*/ 339 h 603"/>
                <a:gd name="T26" fmla="*/ 155 w 638"/>
                <a:gd name="T27" fmla="*/ 339 h 603"/>
                <a:gd name="T28" fmla="*/ 185 w 638"/>
                <a:gd name="T29" fmla="*/ 223 h 603"/>
                <a:gd name="T30" fmla="*/ 185 w 638"/>
                <a:gd name="T31" fmla="*/ 127 h 603"/>
                <a:gd name="T32" fmla="*/ 263 w 638"/>
                <a:gd name="T33" fmla="*/ 136 h 603"/>
                <a:gd name="T34" fmla="*/ 282 w 638"/>
                <a:gd name="T35" fmla="*/ 204 h 603"/>
                <a:gd name="T36" fmla="*/ 305 w 638"/>
                <a:gd name="T37" fmla="*/ 214 h 603"/>
                <a:gd name="T38" fmla="*/ 539 w 638"/>
                <a:gd name="T39" fmla="*/ 204 h 603"/>
                <a:gd name="T40" fmla="*/ 539 w 638"/>
                <a:gd name="T41" fmla="*/ 36 h 603"/>
                <a:gd name="T42" fmla="*/ 520 w 638"/>
                <a:gd name="T43" fmla="*/ 221 h 603"/>
                <a:gd name="T44" fmla="*/ 523 w 638"/>
                <a:gd name="T45" fmla="*/ 341 h 603"/>
                <a:gd name="T46" fmla="*/ 367 w 638"/>
                <a:gd name="T47" fmla="*/ 249 h 603"/>
                <a:gd name="T48" fmla="*/ 334 w 638"/>
                <a:gd name="T49" fmla="*/ 249 h 603"/>
                <a:gd name="T50" fmla="*/ 520 w 638"/>
                <a:gd name="T51" fmla="*/ 221 h 603"/>
                <a:gd name="T52" fmla="*/ 158 w 638"/>
                <a:gd name="T53" fmla="*/ 438 h 603"/>
                <a:gd name="T54" fmla="*/ 113 w 638"/>
                <a:gd name="T55" fmla="*/ 373 h 603"/>
                <a:gd name="T56" fmla="*/ 361 w 638"/>
                <a:gd name="T57" fmla="*/ 438 h 603"/>
                <a:gd name="T58" fmla="*/ 316 w 638"/>
                <a:gd name="T59" fmla="*/ 373 h 603"/>
                <a:gd name="T60" fmla="*/ 567 w 638"/>
                <a:gd name="T61" fmla="*/ 438 h 603"/>
                <a:gd name="T62" fmla="*/ 522 w 638"/>
                <a:gd name="T63" fmla="*/ 373 h 603"/>
                <a:gd name="T64" fmla="*/ 200 w 638"/>
                <a:gd name="T65" fmla="*/ 487 h 603"/>
                <a:gd name="T66" fmla="*/ 221 w 638"/>
                <a:gd name="T67" fmla="*/ 527 h 603"/>
                <a:gd name="T68" fmla="*/ 265 w 638"/>
                <a:gd name="T69" fmla="*/ 448 h 603"/>
                <a:gd name="T70" fmla="*/ 403 w 638"/>
                <a:gd name="T71" fmla="*/ 527 h 603"/>
                <a:gd name="T72" fmla="*/ 433 w 638"/>
                <a:gd name="T73" fmla="*/ 527 h 603"/>
                <a:gd name="T74" fmla="*/ 570 w 638"/>
                <a:gd name="T75" fmla="*/ 448 h 603"/>
                <a:gd name="T76" fmla="*/ 614 w 638"/>
                <a:gd name="T77" fmla="*/ 527 h 603"/>
                <a:gd name="T78" fmla="*/ 638 w 638"/>
                <a:gd name="T79" fmla="*/ 549 h 603"/>
                <a:gd name="T80" fmla="*/ 608 w 638"/>
                <a:gd name="T81" fmla="*/ 549 h 603"/>
                <a:gd name="T82" fmla="*/ 433 w 638"/>
                <a:gd name="T83" fmla="*/ 549 h 603"/>
                <a:gd name="T84" fmla="*/ 403 w 638"/>
                <a:gd name="T85" fmla="*/ 549 h 603"/>
                <a:gd name="T86" fmla="*/ 227 w 638"/>
                <a:gd name="T87" fmla="*/ 549 h 603"/>
                <a:gd name="T88" fmla="*/ 200 w 638"/>
                <a:gd name="T89" fmla="*/ 549 h 603"/>
                <a:gd name="T90" fmla="*/ 24 w 638"/>
                <a:gd name="T91" fmla="*/ 549 h 603"/>
                <a:gd name="T92" fmla="*/ 24 w 638"/>
                <a:gd name="T93" fmla="*/ 527 h 603"/>
                <a:gd name="T94" fmla="*/ 152 w 638"/>
                <a:gd name="T95" fmla="*/ 0 h 603"/>
                <a:gd name="T96" fmla="*/ 108 w 638"/>
                <a:gd name="T97" fmla="*/ 44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38" h="603">
                  <a:moveTo>
                    <a:pt x="516" y="53"/>
                  </a:moveTo>
                  <a:cubicBezTo>
                    <a:pt x="517" y="53"/>
                    <a:pt x="519" y="53"/>
                    <a:pt x="520" y="54"/>
                  </a:cubicBezTo>
                  <a:cubicBezTo>
                    <a:pt x="522" y="56"/>
                    <a:pt x="522" y="57"/>
                    <a:pt x="522" y="59"/>
                  </a:cubicBezTo>
                  <a:lnTo>
                    <a:pt x="522" y="181"/>
                  </a:lnTo>
                  <a:cubicBezTo>
                    <a:pt x="522" y="183"/>
                    <a:pt x="522" y="185"/>
                    <a:pt x="520" y="186"/>
                  </a:cubicBezTo>
                  <a:lnTo>
                    <a:pt x="520" y="186"/>
                  </a:lnTo>
                  <a:cubicBezTo>
                    <a:pt x="519" y="187"/>
                    <a:pt x="517" y="188"/>
                    <a:pt x="516" y="188"/>
                  </a:cubicBezTo>
                  <a:lnTo>
                    <a:pt x="305" y="188"/>
                  </a:lnTo>
                  <a:cubicBezTo>
                    <a:pt x="303" y="188"/>
                    <a:pt x="302" y="187"/>
                    <a:pt x="301" y="186"/>
                  </a:cubicBezTo>
                  <a:lnTo>
                    <a:pt x="300" y="186"/>
                  </a:lnTo>
                  <a:cubicBezTo>
                    <a:pt x="299" y="185"/>
                    <a:pt x="299" y="183"/>
                    <a:pt x="299" y="181"/>
                  </a:cubicBezTo>
                  <a:lnTo>
                    <a:pt x="299" y="129"/>
                  </a:lnTo>
                  <a:lnTo>
                    <a:pt x="403" y="107"/>
                  </a:lnTo>
                  <a:lnTo>
                    <a:pt x="403" y="105"/>
                  </a:lnTo>
                  <a:lnTo>
                    <a:pt x="299" y="119"/>
                  </a:lnTo>
                  <a:lnTo>
                    <a:pt x="299" y="59"/>
                  </a:lnTo>
                  <a:cubicBezTo>
                    <a:pt x="299" y="57"/>
                    <a:pt x="299" y="56"/>
                    <a:pt x="300" y="54"/>
                  </a:cubicBezTo>
                  <a:lnTo>
                    <a:pt x="301" y="54"/>
                  </a:lnTo>
                  <a:cubicBezTo>
                    <a:pt x="302" y="53"/>
                    <a:pt x="303" y="53"/>
                    <a:pt x="305" y="53"/>
                  </a:cubicBezTo>
                  <a:lnTo>
                    <a:pt x="516" y="53"/>
                  </a:lnTo>
                  <a:close/>
                  <a:moveTo>
                    <a:pt x="305" y="27"/>
                  </a:moveTo>
                  <a:cubicBezTo>
                    <a:pt x="296" y="27"/>
                    <a:pt x="288" y="30"/>
                    <a:pt x="282" y="36"/>
                  </a:cubicBezTo>
                  <a:lnTo>
                    <a:pt x="282" y="36"/>
                  </a:lnTo>
                  <a:cubicBezTo>
                    <a:pt x="276" y="42"/>
                    <a:pt x="273" y="50"/>
                    <a:pt x="273" y="59"/>
                  </a:cubicBezTo>
                  <a:lnTo>
                    <a:pt x="273" y="122"/>
                  </a:lnTo>
                  <a:lnTo>
                    <a:pt x="263" y="124"/>
                  </a:lnTo>
                  <a:lnTo>
                    <a:pt x="263" y="113"/>
                  </a:lnTo>
                  <a:lnTo>
                    <a:pt x="217" y="113"/>
                  </a:lnTo>
                  <a:lnTo>
                    <a:pt x="185" y="94"/>
                  </a:lnTo>
                  <a:lnTo>
                    <a:pt x="111" y="94"/>
                  </a:lnTo>
                  <a:cubicBezTo>
                    <a:pt x="96" y="94"/>
                    <a:pt x="84" y="106"/>
                    <a:pt x="84" y="121"/>
                  </a:cubicBezTo>
                  <a:lnTo>
                    <a:pt x="84" y="207"/>
                  </a:lnTo>
                  <a:lnTo>
                    <a:pt x="112" y="207"/>
                  </a:lnTo>
                  <a:lnTo>
                    <a:pt x="112" y="144"/>
                  </a:lnTo>
                  <a:lnTo>
                    <a:pt x="117" y="144"/>
                  </a:lnTo>
                  <a:lnTo>
                    <a:pt x="117" y="207"/>
                  </a:lnTo>
                  <a:lnTo>
                    <a:pt x="117" y="223"/>
                  </a:lnTo>
                  <a:lnTo>
                    <a:pt x="117" y="339"/>
                  </a:lnTo>
                  <a:lnTo>
                    <a:pt x="148" y="339"/>
                  </a:lnTo>
                  <a:lnTo>
                    <a:pt x="148" y="243"/>
                  </a:lnTo>
                  <a:lnTo>
                    <a:pt x="155" y="243"/>
                  </a:lnTo>
                  <a:lnTo>
                    <a:pt x="155" y="339"/>
                  </a:lnTo>
                  <a:lnTo>
                    <a:pt x="185" y="339"/>
                  </a:lnTo>
                  <a:lnTo>
                    <a:pt x="185" y="322"/>
                  </a:lnTo>
                  <a:lnTo>
                    <a:pt x="185" y="223"/>
                  </a:lnTo>
                  <a:lnTo>
                    <a:pt x="185" y="207"/>
                  </a:lnTo>
                  <a:lnTo>
                    <a:pt x="185" y="144"/>
                  </a:lnTo>
                  <a:lnTo>
                    <a:pt x="185" y="127"/>
                  </a:lnTo>
                  <a:lnTo>
                    <a:pt x="217" y="144"/>
                  </a:lnTo>
                  <a:lnTo>
                    <a:pt x="263" y="144"/>
                  </a:lnTo>
                  <a:lnTo>
                    <a:pt x="263" y="136"/>
                  </a:lnTo>
                  <a:lnTo>
                    <a:pt x="273" y="134"/>
                  </a:lnTo>
                  <a:lnTo>
                    <a:pt x="273" y="181"/>
                  </a:lnTo>
                  <a:cubicBezTo>
                    <a:pt x="273" y="190"/>
                    <a:pt x="276" y="198"/>
                    <a:pt x="282" y="204"/>
                  </a:cubicBezTo>
                  <a:lnTo>
                    <a:pt x="282" y="204"/>
                  </a:lnTo>
                  <a:lnTo>
                    <a:pt x="282" y="204"/>
                  </a:lnTo>
                  <a:cubicBezTo>
                    <a:pt x="288" y="210"/>
                    <a:pt x="296" y="214"/>
                    <a:pt x="305" y="214"/>
                  </a:cubicBezTo>
                  <a:lnTo>
                    <a:pt x="516" y="214"/>
                  </a:lnTo>
                  <a:cubicBezTo>
                    <a:pt x="525" y="214"/>
                    <a:pt x="533" y="210"/>
                    <a:pt x="539" y="204"/>
                  </a:cubicBezTo>
                  <a:lnTo>
                    <a:pt x="539" y="204"/>
                  </a:lnTo>
                  <a:cubicBezTo>
                    <a:pt x="545" y="198"/>
                    <a:pt x="548" y="190"/>
                    <a:pt x="548" y="181"/>
                  </a:cubicBezTo>
                  <a:lnTo>
                    <a:pt x="548" y="59"/>
                  </a:lnTo>
                  <a:cubicBezTo>
                    <a:pt x="548" y="50"/>
                    <a:pt x="545" y="42"/>
                    <a:pt x="539" y="36"/>
                  </a:cubicBezTo>
                  <a:cubicBezTo>
                    <a:pt x="533" y="30"/>
                    <a:pt x="525" y="27"/>
                    <a:pt x="516" y="27"/>
                  </a:cubicBezTo>
                  <a:lnTo>
                    <a:pt x="305" y="27"/>
                  </a:lnTo>
                  <a:close/>
                  <a:moveTo>
                    <a:pt x="520" y="221"/>
                  </a:moveTo>
                  <a:lnTo>
                    <a:pt x="520" y="249"/>
                  </a:lnTo>
                  <a:lnTo>
                    <a:pt x="497" y="249"/>
                  </a:lnTo>
                  <a:lnTo>
                    <a:pt x="523" y="341"/>
                  </a:lnTo>
                  <a:lnTo>
                    <a:pt x="490" y="341"/>
                  </a:lnTo>
                  <a:lnTo>
                    <a:pt x="464" y="249"/>
                  </a:lnTo>
                  <a:lnTo>
                    <a:pt x="367" y="249"/>
                  </a:lnTo>
                  <a:lnTo>
                    <a:pt x="341" y="341"/>
                  </a:lnTo>
                  <a:lnTo>
                    <a:pt x="308" y="341"/>
                  </a:lnTo>
                  <a:lnTo>
                    <a:pt x="334" y="249"/>
                  </a:lnTo>
                  <a:lnTo>
                    <a:pt x="306" y="249"/>
                  </a:lnTo>
                  <a:lnTo>
                    <a:pt x="306" y="221"/>
                  </a:lnTo>
                  <a:lnTo>
                    <a:pt x="520" y="221"/>
                  </a:lnTo>
                  <a:close/>
                  <a:moveTo>
                    <a:pt x="113" y="373"/>
                  </a:moveTo>
                  <a:cubicBezTo>
                    <a:pt x="139" y="373"/>
                    <a:pt x="161" y="394"/>
                    <a:pt x="161" y="421"/>
                  </a:cubicBezTo>
                  <a:cubicBezTo>
                    <a:pt x="161" y="427"/>
                    <a:pt x="160" y="433"/>
                    <a:pt x="158" y="438"/>
                  </a:cubicBezTo>
                  <a:lnTo>
                    <a:pt x="68" y="438"/>
                  </a:lnTo>
                  <a:cubicBezTo>
                    <a:pt x="66" y="433"/>
                    <a:pt x="65" y="427"/>
                    <a:pt x="65" y="421"/>
                  </a:cubicBezTo>
                  <a:cubicBezTo>
                    <a:pt x="65" y="394"/>
                    <a:pt x="86" y="373"/>
                    <a:pt x="113" y="373"/>
                  </a:cubicBezTo>
                  <a:close/>
                  <a:moveTo>
                    <a:pt x="316" y="373"/>
                  </a:moveTo>
                  <a:cubicBezTo>
                    <a:pt x="342" y="373"/>
                    <a:pt x="364" y="394"/>
                    <a:pt x="364" y="421"/>
                  </a:cubicBezTo>
                  <a:cubicBezTo>
                    <a:pt x="364" y="427"/>
                    <a:pt x="363" y="433"/>
                    <a:pt x="361" y="438"/>
                  </a:cubicBezTo>
                  <a:lnTo>
                    <a:pt x="271" y="438"/>
                  </a:lnTo>
                  <a:cubicBezTo>
                    <a:pt x="269" y="433"/>
                    <a:pt x="268" y="427"/>
                    <a:pt x="268" y="421"/>
                  </a:cubicBezTo>
                  <a:cubicBezTo>
                    <a:pt x="268" y="394"/>
                    <a:pt x="289" y="373"/>
                    <a:pt x="316" y="373"/>
                  </a:cubicBezTo>
                  <a:close/>
                  <a:moveTo>
                    <a:pt x="522" y="373"/>
                  </a:moveTo>
                  <a:cubicBezTo>
                    <a:pt x="548" y="373"/>
                    <a:pt x="570" y="394"/>
                    <a:pt x="570" y="421"/>
                  </a:cubicBezTo>
                  <a:cubicBezTo>
                    <a:pt x="570" y="427"/>
                    <a:pt x="569" y="433"/>
                    <a:pt x="567" y="438"/>
                  </a:cubicBezTo>
                  <a:lnTo>
                    <a:pt x="477" y="438"/>
                  </a:lnTo>
                  <a:cubicBezTo>
                    <a:pt x="475" y="433"/>
                    <a:pt x="474" y="427"/>
                    <a:pt x="474" y="421"/>
                  </a:cubicBezTo>
                  <a:cubicBezTo>
                    <a:pt x="474" y="394"/>
                    <a:pt x="495" y="373"/>
                    <a:pt x="522" y="373"/>
                  </a:cubicBezTo>
                  <a:close/>
                  <a:moveTo>
                    <a:pt x="62" y="448"/>
                  </a:moveTo>
                  <a:lnTo>
                    <a:pt x="161" y="448"/>
                  </a:lnTo>
                  <a:cubicBezTo>
                    <a:pt x="182" y="448"/>
                    <a:pt x="200" y="466"/>
                    <a:pt x="200" y="487"/>
                  </a:cubicBezTo>
                  <a:lnTo>
                    <a:pt x="200" y="527"/>
                  </a:lnTo>
                  <a:lnTo>
                    <a:pt x="203" y="527"/>
                  </a:lnTo>
                  <a:lnTo>
                    <a:pt x="221" y="527"/>
                  </a:lnTo>
                  <a:lnTo>
                    <a:pt x="227" y="527"/>
                  </a:lnTo>
                  <a:lnTo>
                    <a:pt x="227" y="487"/>
                  </a:lnTo>
                  <a:cubicBezTo>
                    <a:pt x="227" y="466"/>
                    <a:pt x="244" y="448"/>
                    <a:pt x="265" y="448"/>
                  </a:cubicBezTo>
                  <a:lnTo>
                    <a:pt x="364" y="448"/>
                  </a:lnTo>
                  <a:cubicBezTo>
                    <a:pt x="385" y="448"/>
                    <a:pt x="403" y="466"/>
                    <a:pt x="403" y="487"/>
                  </a:cubicBezTo>
                  <a:lnTo>
                    <a:pt x="403" y="527"/>
                  </a:lnTo>
                  <a:lnTo>
                    <a:pt x="409" y="527"/>
                  </a:lnTo>
                  <a:lnTo>
                    <a:pt x="424" y="527"/>
                  </a:lnTo>
                  <a:lnTo>
                    <a:pt x="433" y="527"/>
                  </a:lnTo>
                  <a:lnTo>
                    <a:pt x="433" y="487"/>
                  </a:lnTo>
                  <a:cubicBezTo>
                    <a:pt x="433" y="466"/>
                    <a:pt x="450" y="448"/>
                    <a:pt x="471" y="448"/>
                  </a:cubicBezTo>
                  <a:lnTo>
                    <a:pt x="570" y="448"/>
                  </a:lnTo>
                  <a:cubicBezTo>
                    <a:pt x="591" y="448"/>
                    <a:pt x="608" y="466"/>
                    <a:pt x="608" y="487"/>
                  </a:cubicBezTo>
                  <a:lnTo>
                    <a:pt x="608" y="527"/>
                  </a:lnTo>
                  <a:lnTo>
                    <a:pt x="614" y="527"/>
                  </a:lnTo>
                  <a:lnTo>
                    <a:pt x="630" y="527"/>
                  </a:lnTo>
                  <a:lnTo>
                    <a:pt x="638" y="527"/>
                  </a:lnTo>
                  <a:lnTo>
                    <a:pt x="638" y="549"/>
                  </a:lnTo>
                  <a:lnTo>
                    <a:pt x="630" y="549"/>
                  </a:lnTo>
                  <a:lnTo>
                    <a:pt x="614" y="549"/>
                  </a:lnTo>
                  <a:lnTo>
                    <a:pt x="608" y="549"/>
                  </a:lnTo>
                  <a:lnTo>
                    <a:pt x="608" y="603"/>
                  </a:lnTo>
                  <a:lnTo>
                    <a:pt x="433" y="603"/>
                  </a:lnTo>
                  <a:lnTo>
                    <a:pt x="433" y="549"/>
                  </a:lnTo>
                  <a:lnTo>
                    <a:pt x="424" y="549"/>
                  </a:lnTo>
                  <a:lnTo>
                    <a:pt x="409" y="549"/>
                  </a:lnTo>
                  <a:lnTo>
                    <a:pt x="403" y="549"/>
                  </a:lnTo>
                  <a:lnTo>
                    <a:pt x="403" y="603"/>
                  </a:lnTo>
                  <a:lnTo>
                    <a:pt x="227" y="603"/>
                  </a:lnTo>
                  <a:lnTo>
                    <a:pt x="227" y="549"/>
                  </a:lnTo>
                  <a:lnTo>
                    <a:pt x="221" y="549"/>
                  </a:lnTo>
                  <a:lnTo>
                    <a:pt x="203" y="549"/>
                  </a:lnTo>
                  <a:lnTo>
                    <a:pt x="200" y="549"/>
                  </a:lnTo>
                  <a:lnTo>
                    <a:pt x="200" y="603"/>
                  </a:lnTo>
                  <a:lnTo>
                    <a:pt x="24" y="603"/>
                  </a:lnTo>
                  <a:lnTo>
                    <a:pt x="24" y="549"/>
                  </a:lnTo>
                  <a:lnTo>
                    <a:pt x="0" y="549"/>
                  </a:lnTo>
                  <a:lnTo>
                    <a:pt x="0" y="527"/>
                  </a:lnTo>
                  <a:lnTo>
                    <a:pt x="24" y="527"/>
                  </a:lnTo>
                  <a:lnTo>
                    <a:pt x="24" y="487"/>
                  </a:lnTo>
                  <a:cubicBezTo>
                    <a:pt x="24" y="466"/>
                    <a:pt x="41" y="448"/>
                    <a:pt x="62" y="448"/>
                  </a:cubicBezTo>
                  <a:close/>
                  <a:moveTo>
                    <a:pt x="152" y="0"/>
                  </a:moveTo>
                  <a:cubicBezTo>
                    <a:pt x="176" y="0"/>
                    <a:pt x="196" y="20"/>
                    <a:pt x="196" y="44"/>
                  </a:cubicBezTo>
                  <a:cubicBezTo>
                    <a:pt x="196" y="69"/>
                    <a:pt x="176" y="88"/>
                    <a:pt x="152" y="88"/>
                  </a:cubicBezTo>
                  <a:cubicBezTo>
                    <a:pt x="127" y="88"/>
                    <a:pt x="108" y="69"/>
                    <a:pt x="108" y="44"/>
                  </a:cubicBezTo>
                  <a:cubicBezTo>
                    <a:pt x="108" y="20"/>
                    <a:pt x="127" y="0"/>
                    <a:pt x="15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sz="1600"/>
            </a:p>
          </p:txBody>
        </p:sp>
      </p:grpSp>
      <p:grpSp>
        <p:nvGrpSpPr>
          <p:cNvPr id="17" name="组合 17">
            <a:extLst>
              <a:ext uri="{FF2B5EF4-FFF2-40B4-BE49-F238E27FC236}">
                <a16:creationId xmlns:a16="http://schemas.microsoft.com/office/drawing/2014/main" id="{D74399ED-AACE-CD7F-82CD-12B148667C84}"/>
              </a:ext>
            </a:extLst>
          </p:cNvPr>
          <p:cNvGrpSpPr/>
          <p:nvPr/>
        </p:nvGrpSpPr>
        <p:grpSpPr>
          <a:xfrm>
            <a:off x="5400509" y="5040096"/>
            <a:ext cx="1116630" cy="1116630"/>
            <a:chOff x="4955424" y="1457564"/>
            <a:chExt cx="599448" cy="599448"/>
          </a:xfrm>
          <a:effectLst/>
        </p:grpSpPr>
        <p:sp>
          <p:nvSpPr>
            <p:cNvPr id="18" name="椭圆 18">
              <a:extLst>
                <a:ext uri="{FF2B5EF4-FFF2-40B4-BE49-F238E27FC236}">
                  <a16:creationId xmlns:a16="http://schemas.microsoft.com/office/drawing/2014/main" id="{58969AF5-C618-8053-F7D5-E740CA33E8A5}"/>
                </a:ext>
              </a:extLst>
            </p:cNvPr>
            <p:cNvSpPr/>
            <p:nvPr/>
          </p:nvSpPr>
          <p:spPr>
            <a:xfrm>
              <a:off x="4955424" y="1457564"/>
              <a:ext cx="599448" cy="599448"/>
            </a:xfrm>
            <a:prstGeom prst="ellipse">
              <a:avLst/>
            </a:prstGeom>
            <a:solidFill>
              <a:srgbClr val="2156A6"/>
            </a:solidFill>
            <a:ln w="6350">
              <a:noFill/>
            </a:ln>
            <a:effectLst/>
            <a:scene3d>
              <a:camera prst="orthographicFront">
                <a:rot lat="0" lon="0" rev="0"/>
              </a:camera>
              <a:lightRig rig="balanced" dir="t">
                <a:rot lat="0" lon="0" rev="8700000"/>
              </a:lightRig>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65000"/>
                    <a:lumOff val="35000"/>
                  </a:schemeClr>
                </a:solidFill>
              </a:endParaRPr>
            </a:p>
          </p:txBody>
        </p:sp>
        <p:sp>
          <p:nvSpPr>
            <p:cNvPr id="19" name="Freeform 13">
              <a:extLst>
                <a:ext uri="{FF2B5EF4-FFF2-40B4-BE49-F238E27FC236}">
                  <a16:creationId xmlns:a16="http://schemas.microsoft.com/office/drawing/2014/main" id="{B9804A5A-21C7-8FDE-62EB-4874150A09C0}"/>
                </a:ext>
              </a:extLst>
            </p:cNvPr>
            <p:cNvSpPr>
              <a:spLocks noEditPoints="1"/>
            </p:cNvSpPr>
            <p:nvPr/>
          </p:nvSpPr>
          <p:spPr bwMode="auto">
            <a:xfrm>
              <a:off x="5110341" y="1644432"/>
              <a:ext cx="289613" cy="227488"/>
            </a:xfrm>
            <a:custGeom>
              <a:avLst/>
              <a:gdLst>
                <a:gd name="T0" fmla="*/ 282 w 766"/>
                <a:gd name="T1" fmla="*/ 304 h 600"/>
                <a:gd name="T2" fmla="*/ 391 w 766"/>
                <a:gd name="T3" fmla="*/ 248 h 600"/>
                <a:gd name="T4" fmla="*/ 596 w 766"/>
                <a:gd name="T5" fmla="*/ 213 h 600"/>
                <a:gd name="T6" fmla="*/ 652 w 766"/>
                <a:gd name="T7" fmla="*/ 129 h 600"/>
                <a:gd name="T8" fmla="*/ 570 w 766"/>
                <a:gd name="T9" fmla="*/ 186 h 600"/>
                <a:gd name="T10" fmla="*/ 391 w 766"/>
                <a:gd name="T11" fmla="*/ 195 h 600"/>
                <a:gd name="T12" fmla="*/ 766 w 766"/>
                <a:gd name="T13" fmla="*/ 80 h 600"/>
                <a:gd name="T14" fmla="*/ 465 w 766"/>
                <a:gd name="T15" fmla="*/ 32 h 600"/>
                <a:gd name="T16" fmla="*/ 437 w 766"/>
                <a:gd name="T17" fmla="*/ 0 h 600"/>
                <a:gd name="T18" fmla="*/ 154 w 766"/>
                <a:gd name="T19" fmla="*/ 32 h 600"/>
                <a:gd name="T20" fmla="*/ 175 w 766"/>
                <a:gd name="T21" fmla="*/ 80 h 600"/>
                <a:gd name="T22" fmla="*/ 216 w 766"/>
                <a:gd name="T23" fmla="*/ 135 h 600"/>
                <a:gd name="T24" fmla="*/ 706 w 766"/>
                <a:gd name="T25" fmla="*/ 80 h 600"/>
                <a:gd name="T26" fmla="*/ 355 w 766"/>
                <a:gd name="T27" fmla="*/ 394 h 600"/>
                <a:gd name="T28" fmla="*/ 706 w 766"/>
                <a:gd name="T29" fmla="*/ 410 h 600"/>
                <a:gd name="T30" fmla="*/ 361 w 766"/>
                <a:gd name="T31" fmla="*/ 427 h 600"/>
                <a:gd name="T32" fmla="*/ 362 w 766"/>
                <a:gd name="T33" fmla="*/ 478 h 600"/>
                <a:gd name="T34" fmla="*/ 437 w 766"/>
                <a:gd name="T35" fmla="*/ 595 h 600"/>
                <a:gd name="T36" fmla="*/ 465 w 766"/>
                <a:gd name="T37" fmla="*/ 478 h 600"/>
                <a:gd name="T38" fmla="*/ 603 w 766"/>
                <a:gd name="T39" fmla="*/ 592 h 600"/>
                <a:gd name="T40" fmla="*/ 591 w 766"/>
                <a:gd name="T41" fmla="*/ 478 h 600"/>
                <a:gd name="T42" fmla="*/ 766 w 766"/>
                <a:gd name="T43" fmla="*/ 427 h 600"/>
                <a:gd name="T44" fmla="*/ 747 w 766"/>
                <a:gd name="T45" fmla="*/ 80 h 600"/>
                <a:gd name="T46" fmla="*/ 161 w 766"/>
                <a:gd name="T47" fmla="*/ 310 h 600"/>
                <a:gd name="T48" fmla="*/ 235 w 766"/>
                <a:gd name="T49" fmla="*/ 236 h 600"/>
                <a:gd name="T50" fmla="*/ 86 w 766"/>
                <a:gd name="T51" fmla="*/ 236 h 600"/>
                <a:gd name="T52" fmla="*/ 208 w 766"/>
                <a:gd name="T53" fmla="*/ 325 h 600"/>
                <a:gd name="T54" fmla="*/ 181 w 766"/>
                <a:gd name="T55" fmla="*/ 325 h 600"/>
                <a:gd name="T56" fmla="*/ 188 w 766"/>
                <a:gd name="T57" fmla="*/ 339 h 600"/>
                <a:gd name="T58" fmla="*/ 196 w 766"/>
                <a:gd name="T59" fmla="*/ 510 h 600"/>
                <a:gd name="T60" fmla="*/ 129 w 766"/>
                <a:gd name="T61" fmla="*/ 510 h 600"/>
                <a:gd name="T62" fmla="*/ 137 w 766"/>
                <a:gd name="T63" fmla="*/ 339 h 600"/>
                <a:gd name="T64" fmla="*/ 145 w 766"/>
                <a:gd name="T65" fmla="*/ 325 h 600"/>
                <a:gd name="T66" fmla="*/ 0 w 766"/>
                <a:gd name="T67" fmla="*/ 438 h 600"/>
                <a:gd name="T68" fmla="*/ 66 w 766"/>
                <a:gd name="T69" fmla="*/ 600 h 600"/>
                <a:gd name="T70" fmla="*/ 89 w 766"/>
                <a:gd name="T71" fmla="*/ 432 h 600"/>
                <a:gd name="T72" fmla="*/ 230 w 766"/>
                <a:gd name="T73" fmla="*/ 600 h 600"/>
                <a:gd name="T74" fmla="*/ 253 w 766"/>
                <a:gd name="T75" fmla="*/ 432 h 600"/>
                <a:gd name="T76" fmla="*/ 321 w 766"/>
                <a:gd name="T77" fmla="*/ 600 h 600"/>
                <a:gd name="T78" fmla="*/ 208 w 766"/>
                <a:gd name="T79" fmla="*/ 325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66" h="600">
                  <a:moveTo>
                    <a:pt x="391" y="195"/>
                  </a:moveTo>
                  <a:lnTo>
                    <a:pt x="282" y="304"/>
                  </a:lnTo>
                  <a:cubicBezTo>
                    <a:pt x="293" y="310"/>
                    <a:pt x="303" y="317"/>
                    <a:pt x="312" y="326"/>
                  </a:cubicBezTo>
                  <a:lnTo>
                    <a:pt x="391" y="248"/>
                  </a:lnTo>
                  <a:lnTo>
                    <a:pt x="476" y="333"/>
                  </a:lnTo>
                  <a:lnTo>
                    <a:pt x="596" y="213"/>
                  </a:lnTo>
                  <a:lnTo>
                    <a:pt x="614" y="259"/>
                  </a:lnTo>
                  <a:lnTo>
                    <a:pt x="652" y="129"/>
                  </a:lnTo>
                  <a:lnTo>
                    <a:pt x="522" y="167"/>
                  </a:lnTo>
                  <a:lnTo>
                    <a:pt x="570" y="186"/>
                  </a:lnTo>
                  <a:lnTo>
                    <a:pt x="476" y="280"/>
                  </a:lnTo>
                  <a:lnTo>
                    <a:pt x="391" y="195"/>
                  </a:lnTo>
                  <a:close/>
                  <a:moveTo>
                    <a:pt x="766" y="80"/>
                  </a:moveTo>
                  <a:lnTo>
                    <a:pt x="766" y="80"/>
                  </a:lnTo>
                  <a:lnTo>
                    <a:pt x="766" y="32"/>
                  </a:lnTo>
                  <a:lnTo>
                    <a:pt x="465" y="32"/>
                  </a:lnTo>
                  <a:lnTo>
                    <a:pt x="465" y="0"/>
                  </a:lnTo>
                  <a:lnTo>
                    <a:pt x="437" y="0"/>
                  </a:lnTo>
                  <a:lnTo>
                    <a:pt x="437" y="32"/>
                  </a:lnTo>
                  <a:lnTo>
                    <a:pt x="154" y="32"/>
                  </a:lnTo>
                  <a:lnTo>
                    <a:pt x="154" y="80"/>
                  </a:lnTo>
                  <a:lnTo>
                    <a:pt x="175" y="80"/>
                  </a:lnTo>
                  <a:lnTo>
                    <a:pt x="175" y="122"/>
                  </a:lnTo>
                  <a:cubicBezTo>
                    <a:pt x="190" y="124"/>
                    <a:pt x="203" y="128"/>
                    <a:pt x="216" y="135"/>
                  </a:cubicBezTo>
                  <a:lnTo>
                    <a:pt x="216" y="80"/>
                  </a:lnTo>
                  <a:lnTo>
                    <a:pt x="706" y="80"/>
                  </a:lnTo>
                  <a:lnTo>
                    <a:pt x="706" y="394"/>
                  </a:lnTo>
                  <a:lnTo>
                    <a:pt x="355" y="394"/>
                  </a:lnTo>
                  <a:cubicBezTo>
                    <a:pt x="356" y="399"/>
                    <a:pt x="358" y="404"/>
                    <a:pt x="359" y="410"/>
                  </a:cubicBezTo>
                  <a:lnTo>
                    <a:pt x="706" y="410"/>
                  </a:lnTo>
                  <a:lnTo>
                    <a:pt x="706" y="427"/>
                  </a:lnTo>
                  <a:lnTo>
                    <a:pt x="361" y="427"/>
                  </a:lnTo>
                  <a:cubicBezTo>
                    <a:pt x="361" y="430"/>
                    <a:pt x="362" y="434"/>
                    <a:pt x="362" y="438"/>
                  </a:cubicBezTo>
                  <a:lnTo>
                    <a:pt x="362" y="478"/>
                  </a:lnTo>
                  <a:lnTo>
                    <a:pt x="437" y="478"/>
                  </a:lnTo>
                  <a:lnTo>
                    <a:pt x="437" y="595"/>
                  </a:lnTo>
                  <a:lnTo>
                    <a:pt x="465" y="595"/>
                  </a:lnTo>
                  <a:lnTo>
                    <a:pt x="465" y="478"/>
                  </a:lnTo>
                  <a:lnTo>
                    <a:pt x="560" y="478"/>
                  </a:lnTo>
                  <a:lnTo>
                    <a:pt x="603" y="592"/>
                  </a:lnTo>
                  <a:lnTo>
                    <a:pt x="631" y="585"/>
                  </a:lnTo>
                  <a:lnTo>
                    <a:pt x="591" y="478"/>
                  </a:lnTo>
                  <a:lnTo>
                    <a:pt x="766" y="478"/>
                  </a:lnTo>
                  <a:lnTo>
                    <a:pt x="766" y="427"/>
                  </a:lnTo>
                  <a:lnTo>
                    <a:pt x="747" y="427"/>
                  </a:lnTo>
                  <a:lnTo>
                    <a:pt x="747" y="80"/>
                  </a:lnTo>
                  <a:lnTo>
                    <a:pt x="766" y="80"/>
                  </a:lnTo>
                  <a:close/>
                  <a:moveTo>
                    <a:pt x="161" y="310"/>
                  </a:moveTo>
                  <a:lnTo>
                    <a:pt x="161" y="310"/>
                  </a:lnTo>
                  <a:cubicBezTo>
                    <a:pt x="202" y="310"/>
                    <a:pt x="235" y="277"/>
                    <a:pt x="235" y="236"/>
                  </a:cubicBezTo>
                  <a:cubicBezTo>
                    <a:pt x="235" y="194"/>
                    <a:pt x="202" y="161"/>
                    <a:pt x="161" y="161"/>
                  </a:cubicBezTo>
                  <a:cubicBezTo>
                    <a:pt x="119" y="161"/>
                    <a:pt x="86" y="194"/>
                    <a:pt x="86" y="236"/>
                  </a:cubicBezTo>
                  <a:cubicBezTo>
                    <a:pt x="86" y="277"/>
                    <a:pt x="119" y="310"/>
                    <a:pt x="161" y="310"/>
                  </a:cubicBezTo>
                  <a:close/>
                  <a:moveTo>
                    <a:pt x="208" y="325"/>
                  </a:moveTo>
                  <a:lnTo>
                    <a:pt x="208" y="325"/>
                  </a:lnTo>
                  <a:lnTo>
                    <a:pt x="181" y="325"/>
                  </a:lnTo>
                  <a:lnTo>
                    <a:pt x="185" y="328"/>
                  </a:lnTo>
                  <a:cubicBezTo>
                    <a:pt x="188" y="331"/>
                    <a:pt x="190" y="336"/>
                    <a:pt x="188" y="339"/>
                  </a:cubicBezTo>
                  <a:lnTo>
                    <a:pt x="178" y="365"/>
                  </a:lnTo>
                  <a:lnTo>
                    <a:pt x="196" y="510"/>
                  </a:lnTo>
                  <a:lnTo>
                    <a:pt x="163" y="540"/>
                  </a:lnTo>
                  <a:lnTo>
                    <a:pt x="129" y="510"/>
                  </a:lnTo>
                  <a:lnTo>
                    <a:pt x="147" y="365"/>
                  </a:lnTo>
                  <a:lnTo>
                    <a:pt x="137" y="339"/>
                  </a:lnTo>
                  <a:cubicBezTo>
                    <a:pt x="135" y="336"/>
                    <a:pt x="137" y="331"/>
                    <a:pt x="140" y="328"/>
                  </a:cubicBezTo>
                  <a:lnTo>
                    <a:pt x="145" y="325"/>
                  </a:lnTo>
                  <a:lnTo>
                    <a:pt x="112" y="325"/>
                  </a:lnTo>
                  <a:cubicBezTo>
                    <a:pt x="50" y="325"/>
                    <a:pt x="0" y="376"/>
                    <a:pt x="0" y="438"/>
                  </a:cubicBezTo>
                  <a:lnTo>
                    <a:pt x="0" y="600"/>
                  </a:lnTo>
                  <a:lnTo>
                    <a:pt x="66" y="600"/>
                  </a:lnTo>
                  <a:lnTo>
                    <a:pt x="66" y="432"/>
                  </a:lnTo>
                  <a:lnTo>
                    <a:pt x="89" y="432"/>
                  </a:lnTo>
                  <a:lnTo>
                    <a:pt x="89" y="600"/>
                  </a:lnTo>
                  <a:lnTo>
                    <a:pt x="230" y="600"/>
                  </a:lnTo>
                  <a:lnTo>
                    <a:pt x="230" y="432"/>
                  </a:lnTo>
                  <a:lnTo>
                    <a:pt x="253" y="432"/>
                  </a:lnTo>
                  <a:lnTo>
                    <a:pt x="253" y="600"/>
                  </a:lnTo>
                  <a:lnTo>
                    <a:pt x="321" y="600"/>
                  </a:lnTo>
                  <a:lnTo>
                    <a:pt x="321" y="438"/>
                  </a:lnTo>
                  <a:cubicBezTo>
                    <a:pt x="321" y="376"/>
                    <a:pt x="271" y="325"/>
                    <a:pt x="208" y="32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sz="1600"/>
            </a:p>
          </p:txBody>
        </p:sp>
      </p:grpSp>
      <p:cxnSp>
        <p:nvCxnSpPr>
          <p:cNvPr id="20" name="直接连接符 15">
            <a:extLst>
              <a:ext uri="{FF2B5EF4-FFF2-40B4-BE49-F238E27FC236}">
                <a16:creationId xmlns:a16="http://schemas.microsoft.com/office/drawing/2014/main" id="{81BF6BED-CE61-D8DC-93E6-1BEA0409FACD}"/>
              </a:ext>
            </a:extLst>
          </p:cNvPr>
          <p:cNvCxnSpPr>
            <a:cxnSpLocks/>
          </p:cNvCxnSpPr>
          <p:nvPr/>
        </p:nvCxnSpPr>
        <p:spPr>
          <a:xfrm>
            <a:off x="6734718" y="3447825"/>
            <a:ext cx="5047195" cy="0"/>
          </a:xfrm>
          <a:prstGeom prst="line">
            <a:avLst/>
          </a:prstGeom>
          <a:noFill/>
          <a:ln w="9525" cap="flat" cmpd="sng" algn="ctr">
            <a:solidFill>
              <a:schemeClr val="tx1">
                <a:lumMod val="65000"/>
                <a:lumOff val="35000"/>
              </a:schemeClr>
            </a:solidFill>
            <a:prstDash val="dash"/>
          </a:ln>
          <a:effectLst/>
        </p:spPr>
      </p:cxnSp>
      <p:cxnSp>
        <p:nvCxnSpPr>
          <p:cNvPr id="21" name="直接连接符 15">
            <a:extLst>
              <a:ext uri="{FF2B5EF4-FFF2-40B4-BE49-F238E27FC236}">
                <a16:creationId xmlns:a16="http://schemas.microsoft.com/office/drawing/2014/main" id="{4F1BCE5D-D3E1-D2DC-F4A8-36251C8C0897}"/>
              </a:ext>
            </a:extLst>
          </p:cNvPr>
          <p:cNvCxnSpPr>
            <a:cxnSpLocks/>
          </p:cNvCxnSpPr>
          <p:nvPr/>
        </p:nvCxnSpPr>
        <p:spPr>
          <a:xfrm>
            <a:off x="6694899" y="4839252"/>
            <a:ext cx="5047195" cy="0"/>
          </a:xfrm>
          <a:prstGeom prst="line">
            <a:avLst/>
          </a:prstGeom>
          <a:noFill/>
          <a:ln w="9525" cap="flat" cmpd="sng" algn="ctr">
            <a:solidFill>
              <a:schemeClr val="tx1">
                <a:lumMod val="65000"/>
                <a:lumOff val="35000"/>
              </a:schemeClr>
            </a:solidFill>
            <a:prstDash val="dash"/>
          </a:ln>
          <a:effectLst/>
        </p:spPr>
      </p:cxnSp>
      <p:sp>
        <p:nvSpPr>
          <p:cNvPr id="22" name="TextBox 5">
            <a:extLst>
              <a:ext uri="{FF2B5EF4-FFF2-40B4-BE49-F238E27FC236}">
                <a16:creationId xmlns:a16="http://schemas.microsoft.com/office/drawing/2014/main" id="{E8410A7B-A8EE-8A64-2211-C585BA245C78}"/>
              </a:ext>
            </a:extLst>
          </p:cNvPr>
          <p:cNvSpPr txBox="1"/>
          <p:nvPr/>
        </p:nvSpPr>
        <p:spPr>
          <a:xfrm>
            <a:off x="6731440" y="2626377"/>
            <a:ext cx="5277038" cy="761982"/>
          </a:xfrm>
          <a:prstGeom prst="rect">
            <a:avLst/>
          </a:prstGeom>
          <a:noFill/>
        </p:spPr>
        <p:txBody>
          <a:bodyPr wrap="square" lIns="91422" tIns="45711" rIns="91422" bIns="45711" rtlCol="0">
            <a:normAutofit/>
          </a:bodyPr>
          <a:lstStyle/>
          <a:p>
            <a:r>
              <a:rPr lang="en-US" altLang="vi-VN" sz="2000" dirty="0" err="1">
                <a:latin typeface="Times New Roman" panose="02020603050405020304" pitchFamily="18" charset="0"/>
                <a:ea typeface="Noto Sans"/>
                <a:cs typeface="Times New Roman" panose="02020603050405020304" pitchFamily="18" charset="0"/>
              </a:rPr>
              <a:t>Phân</a:t>
            </a:r>
            <a:r>
              <a:rPr lang="en-US" altLang="vi-VN" sz="2000" dirty="0">
                <a:latin typeface="Times New Roman" panose="02020603050405020304" pitchFamily="18" charset="0"/>
                <a:ea typeface="Noto Sans"/>
                <a:cs typeface="Times New Roman" panose="02020603050405020304" pitchFamily="18" charset="0"/>
              </a:rPr>
              <a:t> </a:t>
            </a:r>
            <a:r>
              <a:rPr lang="en-US" altLang="vi-VN" sz="2000" dirty="0" err="1">
                <a:latin typeface="Times New Roman" panose="02020603050405020304" pitchFamily="18" charset="0"/>
                <a:ea typeface="Noto Sans"/>
                <a:cs typeface="Times New Roman" panose="02020603050405020304" pitchFamily="18" charset="0"/>
              </a:rPr>
              <a:t>tích</a:t>
            </a:r>
            <a:r>
              <a:rPr lang="en-US" altLang="vi-VN" sz="2000" dirty="0">
                <a:latin typeface="Times New Roman" panose="02020603050405020304" pitchFamily="18" charset="0"/>
                <a:ea typeface="Noto Sans"/>
                <a:cs typeface="Times New Roman" panose="02020603050405020304" pitchFamily="18" charset="0"/>
              </a:rPr>
              <a:t>, </a:t>
            </a:r>
            <a:r>
              <a:rPr lang="en-US" altLang="vi-VN" sz="2000" dirty="0" err="1">
                <a:latin typeface="Times New Roman" panose="02020603050405020304" pitchFamily="18" charset="0"/>
                <a:ea typeface="Noto Sans"/>
                <a:cs typeface="Times New Roman" panose="02020603050405020304" pitchFamily="18" charset="0"/>
              </a:rPr>
              <a:t>hiểu</a:t>
            </a:r>
            <a:r>
              <a:rPr lang="en-US" altLang="vi-VN" sz="2000" dirty="0">
                <a:latin typeface="Times New Roman" panose="02020603050405020304" pitchFamily="18" charset="0"/>
                <a:ea typeface="Noto Sans"/>
                <a:cs typeface="Times New Roman" panose="02020603050405020304" pitchFamily="18" charset="0"/>
              </a:rPr>
              <a:t> </a:t>
            </a:r>
            <a:r>
              <a:rPr lang="en-US" altLang="vi-VN" sz="2000" dirty="0" err="1">
                <a:latin typeface="Times New Roman" panose="02020603050405020304" pitchFamily="18" charset="0"/>
                <a:ea typeface="Noto Sans"/>
                <a:cs typeface="Times New Roman" panose="02020603050405020304" pitchFamily="18" charset="0"/>
              </a:rPr>
              <a:t>quy</a:t>
            </a:r>
            <a:r>
              <a:rPr lang="en-US" altLang="vi-VN" sz="2000" dirty="0">
                <a:latin typeface="Times New Roman" panose="02020603050405020304" pitchFamily="18" charset="0"/>
                <a:ea typeface="Noto Sans"/>
                <a:cs typeface="Times New Roman" panose="02020603050405020304" pitchFamily="18" charset="0"/>
              </a:rPr>
              <a:t> </a:t>
            </a:r>
            <a:r>
              <a:rPr lang="en-US" altLang="vi-VN" sz="2000" dirty="0" err="1">
                <a:latin typeface="Times New Roman" panose="02020603050405020304" pitchFamily="18" charset="0"/>
                <a:ea typeface="Noto Sans"/>
                <a:cs typeface="Times New Roman" panose="02020603050405020304" pitchFamily="18" charset="0"/>
              </a:rPr>
              <a:t>trình</a:t>
            </a:r>
            <a:r>
              <a:rPr lang="en-US" altLang="vi-VN" sz="2000" dirty="0">
                <a:latin typeface="Times New Roman" panose="02020603050405020304" pitchFamily="18" charset="0"/>
                <a:ea typeface="Noto Sans"/>
                <a:cs typeface="Times New Roman" panose="02020603050405020304" pitchFamily="18" charset="0"/>
              </a:rPr>
              <a:t> </a:t>
            </a:r>
            <a:r>
              <a:rPr lang="en-US" altLang="vi-VN" sz="2000" dirty="0" err="1">
                <a:latin typeface="Times New Roman" panose="02020603050405020304" pitchFamily="18" charset="0"/>
                <a:ea typeface="Noto Sans"/>
                <a:cs typeface="Times New Roman" panose="02020603050405020304" pitchFamily="18" charset="0"/>
              </a:rPr>
              <a:t>nghiệp</a:t>
            </a:r>
            <a:r>
              <a:rPr lang="en-US" altLang="vi-VN" sz="2000" dirty="0">
                <a:latin typeface="Times New Roman" panose="02020603050405020304" pitchFamily="18" charset="0"/>
                <a:ea typeface="Noto Sans"/>
                <a:cs typeface="Times New Roman" panose="02020603050405020304" pitchFamily="18" charset="0"/>
              </a:rPr>
              <a:t> </a:t>
            </a:r>
            <a:r>
              <a:rPr lang="en-US" altLang="vi-VN" sz="2000" dirty="0" err="1">
                <a:latin typeface="Times New Roman" panose="02020603050405020304" pitchFamily="18" charset="0"/>
                <a:ea typeface="Noto Sans"/>
                <a:cs typeface="Times New Roman" panose="02020603050405020304" pitchFamily="18" charset="0"/>
              </a:rPr>
              <a:t>vụ</a:t>
            </a:r>
            <a:r>
              <a:rPr lang="en-US" altLang="vi-VN" sz="2000" dirty="0">
                <a:latin typeface="Times New Roman" panose="02020603050405020304" pitchFamily="18" charset="0"/>
                <a:ea typeface="Noto Sans"/>
                <a:cs typeface="Times New Roman" panose="02020603050405020304" pitchFamily="18" charset="0"/>
              </a:rPr>
              <a:t> </a:t>
            </a:r>
            <a:r>
              <a:rPr lang="en-US" altLang="vi-VN" sz="2000" dirty="0" err="1">
                <a:latin typeface="Times New Roman" panose="02020603050405020304" pitchFamily="18" charset="0"/>
                <a:ea typeface="Noto Sans"/>
                <a:cs typeface="Times New Roman" panose="02020603050405020304" pitchFamily="18" charset="0"/>
              </a:rPr>
              <a:t>hệ</a:t>
            </a:r>
            <a:r>
              <a:rPr lang="en-US" altLang="vi-VN" sz="2000" dirty="0">
                <a:latin typeface="Times New Roman" panose="02020603050405020304" pitchFamily="18" charset="0"/>
                <a:ea typeface="Noto Sans"/>
                <a:cs typeface="Times New Roman" panose="02020603050405020304" pitchFamily="18" charset="0"/>
              </a:rPr>
              <a:t> </a:t>
            </a:r>
            <a:r>
              <a:rPr lang="en-US" altLang="vi-VN" sz="2000" dirty="0" err="1">
                <a:latin typeface="Times New Roman" panose="02020603050405020304" pitchFamily="18" charset="0"/>
                <a:ea typeface="Noto Sans"/>
                <a:cs typeface="Times New Roman" panose="02020603050405020304" pitchFamily="18" charset="0"/>
              </a:rPr>
              <a:t>thống</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3" name="TextBox 5">
            <a:extLst>
              <a:ext uri="{FF2B5EF4-FFF2-40B4-BE49-F238E27FC236}">
                <a16:creationId xmlns:a16="http://schemas.microsoft.com/office/drawing/2014/main" id="{99A7834B-FF73-71A4-B731-1796E7F3C570}"/>
              </a:ext>
            </a:extLst>
          </p:cNvPr>
          <p:cNvSpPr txBox="1"/>
          <p:nvPr/>
        </p:nvSpPr>
        <p:spPr>
          <a:xfrm>
            <a:off x="6694899" y="3867375"/>
            <a:ext cx="5277038" cy="761982"/>
          </a:xfrm>
          <a:prstGeom prst="rect">
            <a:avLst/>
          </a:prstGeom>
          <a:noFill/>
        </p:spPr>
        <p:txBody>
          <a:bodyPr wrap="square" lIns="91422" tIns="45711" rIns="91422" bIns="45711" rtlCol="0">
            <a:normAutofit/>
          </a:bodyPr>
          <a:lstStyle/>
          <a:p>
            <a:pPr lvl="0"/>
            <a:r>
              <a:rPr lang="en-US" sz="2000" dirty="0" err="1">
                <a:latin typeface="Times New Roman" panose="02020603050405020304" pitchFamily="18" charset="0"/>
                <a:cs typeface="Times New Roman" panose="02020603050405020304" pitchFamily="18" charset="0"/>
              </a:rPr>
              <a:t>Tìm</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hiểu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về</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ngôn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ngữ</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lập</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trình</a:t>
            </a:r>
            <a:r>
              <a:rPr lang="en-US" sz="2000" dirty="0">
                <a:latin typeface="Times New Roman" panose="02020603050405020304" pitchFamily="18" charset="0"/>
                <a:cs typeface="Times New Roman" panose="02020603050405020304" pitchFamily="18" charset="0"/>
              </a:rPr>
              <a:t> PHP, Framework PHP Laravel </a:t>
            </a:r>
            <a:r>
              <a:rPr lang="en-US" sz="2000" dirty="0" err="1">
                <a:latin typeface="Times New Roman" panose="02020603050405020304" pitchFamily="18" charset="0"/>
                <a:cs typeface="Times New Roman" panose="02020603050405020304" pitchFamily="18" charset="0"/>
              </a:rPr>
              <a:t>dựa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trên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mô</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hình</a:t>
            </a:r>
            <a:r>
              <a:rPr lang="en-US" sz="2000" dirty="0">
                <a:latin typeface="Times New Roman" panose="02020603050405020304" pitchFamily="18" charset="0"/>
                <a:cs typeface="Times New Roman" panose="02020603050405020304" pitchFamily="18" charset="0"/>
              </a:rPr>
              <a:t> MVC.</a:t>
            </a:r>
          </a:p>
        </p:txBody>
      </p:sp>
      <p:sp>
        <p:nvSpPr>
          <p:cNvPr id="24" name="Freeform 5">
            <a:extLst>
              <a:ext uri="{FF2B5EF4-FFF2-40B4-BE49-F238E27FC236}">
                <a16:creationId xmlns:a16="http://schemas.microsoft.com/office/drawing/2014/main" id="{77AEECA1-55F9-BAE0-F7E1-25DD31A0A108}"/>
              </a:ext>
            </a:extLst>
          </p:cNvPr>
          <p:cNvSpPr>
            <a:spLocks noEditPoints="1"/>
          </p:cNvSpPr>
          <p:nvPr/>
        </p:nvSpPr>
        <p:spPr bwMode="auto">
          <a:xfrm rot="925172">
            <a:off x="704254" y="1953676"/>
            <a:ext cx="3669459" cy="3603872"/>
          </a:xfrm>
          <a:custGeom>
            <a:avLst/>
            <a:gdLst>
              <a:gd name="T0" fmla="*/ 50 w 4280"/>
              <a:gd name="T1" fmla="*/ 3831 h 4280"/>
              <a:gd name="T2" fmla="*/ 59 w 4280"/>
              <a:gd name="T3" fmla="*/ 4021 h 4280"/>
              <a:gd name="T4" fmla="*/ 259 w 4280"/>
              <a:gd name="T5" fmla="*/ 4221 h 4280"/>
              <a:gd name="T6" fmla="*/ 449 w 4280"/>
              <a:gd name="T7" fmla="*/ 4230 h 4280"/>
              <a:gd name="T8" fmla="*/ 1047 w 4280"/>
              <a:gd name="T9" fmla="*/ 3632 h 4280"/>
              <a:gd name="T10" fmla="*/ 1038 w 4280"/>
              <a:gd name="T11" fmla="*/ 3443 h 4280"/>
              <a:gd name="T12" fmla="*/ 837 w 4280"/>
              <a:gd name="T13" fmla="*/ 3242 h 4280"/>
              <a:gd name="T14" fmla="*/ 648 w 4280"/>
              <a:gd name="T15" fmla="*/ 3233 h 4280"/>
              <a:gd name="T16" fmla="*/ 50 w 4280"/>
              <a:gd name="T17" fmla="*/ 3831 h 4280"/>
              <a:gd name="T18" fmla="*/ 2717 w 4280"/>
              <a:gd name="T19" fmla="*/ 3126 h 4280"/>
              <a:gd name="T20" fmla="*/ 3822 w 4280"/>
              <a:gd name="T21" fmla="*/ 2669 h 4280"/>
              <a:gd name="T22" fmla="*/ 4280 w 4280"/>
              <a:gd name="T23" fmla="*/ 1563 h 4280"/>
              <a:gd name="T24" fmla="*/ 3822 w 4280"/>
              <a:gd name="T25" fmla="*/ 458 h 4280"/>
              <a:gd name="T26" fmla="*/ 2717 w 4280"/>
              <a:gd name="T27" fmla="*/ 0 h 4280"/>
              <a:gd name="T28" fmla="*/ 1611 w 4280"/>
              <a:gd name="T29" fmla="*/ 458 h 4280"/>
              <a:gd name="T30" fmla="*/ 1417 w 4280"/>
              <a:gd name="T31" fmla="*/ 2431 h 4280"/>
              <a:gd name="T32" fmla="*/ 1369 w 4280"/>
              <a:gd name="T33" fmla="*/ 2462 h 4280"/>
              <a:gd name="T34" fmla="*/ 1360 w 4280"/>
              <a:gd name="T35" fmla="*/ 2472 h 4280"/>
              <a:gd name="T36" fmla="*/ 1360 w 4280"/>
              <a:gd name="T37" fmla="*/ 2670 h 4280"/>
              <a:gd name="T38" fmla="*/ 1610 w 4280"/>
              <a:gd name="T39" fmla="*/ 2920 h 4280"/>
              <a:gd name="T40" fmla="*/ 1808 w 4280"/>
              <a:gd name="T41" fmla="*/ 2920 h 4280"/>
              <a:gd name="T42" fmla="*/ 1818 w 4280"/>
              <a:gd name="T43" fmla="*/ 2911 h 4280"/>
              <a:gd name="T44" fmla="*/ 1849 w 4280"/>
              <a:gd name="T45" fmla="*/ 2864 h 4280"/>
              <a:gd name="T46" fmla="*/ 2717 w 4280"/>
              <a:gd name="T47" fmla="*/ 3126 h 4280"/>
              <a:gd name="T48" fmla="*/ 2717 w 4280"/>
              <a:gd name="T49" fmla="*/ 291 h 4280"/>
              <a:gd name="T50" fmla="*/ 3617 w 4280"/>
              <a:gd name="T51" fmla="*/ 663 h 4280"/>
              <a:gd name="T52" fmla="*/ 3989 w 4280"/>
              <a:gd name="T53" fmla="*/ 1563 h 4280"/>
              <a:gd name="T54" fmla="*/ 3617 w 4280"/>
              <a:gd name="T55" fmla="*/ 2463 h 4280"/>
              <a:gd name="T56" fmla="*/ 2717 w 4280"/>
              <a:gd name="T57" fmla="*/ 2836 h 4280"/>
              <a:gd name="T58" fmla="*/ 1817 w 4280"/>
              <a:gd name="T59" fmla="*/ 2463 h 4280"/>
              <a:gd name="T60" fmla="*/ 1817 w 4280"/>
              <a:gd name="T61" fmla="*/ 663 h 4280"/>
              <a:gd name="T62" fmla="*/ 2717 w 4280"/>
              <a:gd name="T63" fmla="*/ 291 h 4280"/>
              <a:gd name="T64" fmla="*/ 1036 w 4280"/>
              <a:gd name="T65" fmla="*/ 2894 h 4280"/>
              <a:gd name="T66" fmla="*/ 1036 w 4280"/>
              <a:gd name="T67" fmla="*/ 3244 h 4280"/>
              <a:gd name="T68" fmla="*/ 1386 w 4280"/>
              <a:gd name="T69" fmla="*/ 3244 h 4280"/>
              <a:gd name="T70" fmla="*/ 1386 w 4280"/>
              <a:gd name="T71" fmla="*/ 2894 h 4280"/>
              <a:gd name="T72" fmla="*/ 1036 w 4280"/>
              <a:gd name="T73" fmla="*/ 2894 h 4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280" h="4280">
                <a:moveTo>
                  <a:pt x="50" y="3831"/>
                </a:moveTo>
                <a:cubicBezTo>
                  <a:pt x="0" y="3881"/>
                  <a:pt x="4" y="3966"/>
                  <a:pt x="59" y="4021"/>
                </a:cubicBezTo>
                <a:lnTo>
                  <a:pt x="259" y="4221"/>
                </a:lnTo>
                <a:cubicBezTo>
                  <a:pt x="314" y="4276"/>
                  <a:pt x="399" y="4280"/>
                  <a:pt x="449" y="4230"/>
                </a:cubicBezTo>
                <a:lnTo>
                  <a:pt x="1047" y="3632"/>
                </a:lnTo>
                <a:cubicBezTo>
                  <a:pt x="1096" y="3583"/>
                  <a:pt x="1092" y="3498"/>
                  <a:pt x="1038" y="3443"/>
                </a:cubicBezTo>
                <a:lnTo>
                  <a:pt x="837" y="3242"/>
                </a:lnTo>
                <a:cubicBezTo>
                  <a:pt x="782" y="3188"/>
                  <a:pt x="697" y="3184"/>
                  <a:pt x="648" y="3233"/>
                </a:cubicBezTo>
                <a:lnTo>
                  <a:pt x="50" y="3831"/>
                </a:lnTo>
                <a:close/>
                <a:moveTo>
                  <a:pt x="2717" y="3126"/>
                </a:moveTo>
                <a:cubicBezTo>
                  <a:pt x="3134" y="3126"/>
                  <a:pt x="3527" y="2964"/>
                  <a:pt x="3822" y="2669"/>
                </a:cubicBezTo>
                <a:cubicBezTo>
                  <a:pt x="4117" y="2373"/>
                  <a:pt x="4280" y="1981"/>
                  <a:pt x="4280" y="1563"/>
                </a:cubicBezTo>
                <a:cubicBezTo>
                  <a:pt x="4280" y="1146"/>
                  <a:pt x="4117" y="753"/>
                  <a:pt x="3822" y="458"/>
                </a:cubicBezTo>
                <a:cubicBezTo>
                  <a:pt x="3527" y="163"/>
                  <a:pt x="3134" y="0"/>
                  <a:pt x="2717" y="0"/>
                </a:cubicBezTo>
                <a:cubicBezTo>
                  <a:pt x="2299" y="0"/>
                  <a:pt x="1907" y="163"/>
                  <a:pt x="1611" y="458"/>
                </a:cubicBezTo>
                <a:cubicBezTo>
                  <a:pt x="1076" y="993"/>
                  <a:pt x="1011" y="1824"/>
                  <a:pt x="1417" y="2431"/>
                </a:cubicBezTo>
                <a:cubicBezTo>
                  <a:pt x="1399" y="2438"/>
                  <a:pt x="1383" y="2448"/>
                  <a:pt x="1369" y="2462"/>
                </a:cubicBezTo>
                <a:lnTo>
                  <a:pt x="1360" y="2472"/>
                </a:lnTo>
                <a:cubicBezTo>
                  <a:pt x="1305" y="2526"/>
                  <a:pt x="1305" y="2615"/>
                  <a:pt x="1360" y="2670"/>
                </a:cubicBezTo>
                <a:lnTo>
                  <a:pt x="1610" y="2920"/>
                </a:lnTo>
                <a:cubicBezTo>
                  <a:pt x="1665" y="2975"/>
                  <a:pt x="1754" y="2975"/>
                  <a:pt x="1808" y="2920"/>
                </a:cubicBezTo>
                <a:lnTo>
                  <a:pt x="1818" y="2911"/>
                </a:lnTo>
                <a:cubicBezTo>
                  <a:pt x="1832" y="2897"/>
                  <a:pt x="1842" y="2881"/>
                  <a:pt x="1849" y="2864"/>
                </a:cubicBezTo>
                <a:cubicBezTo>
                  <a:pt x="2104" y="3035"/>
                  <a:pt x="2403" y="3126"/>
                  <a:pt x="2717" y="3126"/>
                </a:cubicBezTo>
                <a:close/>
                <a:moveTo>
                  <a:pt x="2717" y="291"/>
                </a:moveTo>
                <a:cubicBezTo>
                  <a:pt x="3057" y="291"/>
                  <a:pt x="3376" y="423"/>
                  <a:pt x="3617" y="663"/>
                </a:cubicBezTo>
                <a:cubicBezTo>
                  <a:pt x="3857" y="904"/>
                  <a:pt x="3989" y="1223"/>
                  <a:pt x="3989" y="1563"/>
                </a:cubicBezTo>
                <a:cubicBezTo>
                  <a:pt x="3989" y="1903"/>
                  <a:pt x="3857" y="2223"/>
                  <a:pt x="3617" y="2463"/>
                </a:cubicBezTo>
                <a:cubicBezTo>
                  <a:pt x="3376" y="2703"/>
                  <a:pt x="3057" y="2836"/>
                  <a:pt x="2717" y="2836"/>
                </a:cubicBezTo>
                <a:cubicBezTo>
                  <a:pt x="2377" y="2836"/>
                  <a:pt x="2057" y="2703"/>
                  <a:pt x="1817" y="2463"/>
                </a:cubicBezTo>
                <a:cubicBezTo>
                  <a:pt x="1321" y="1967"/>
                  <a:pt x="1321" y="1160"/>
                  <a:pt x="1817" y="663"/>
                </a:cubicBezTo>
                <a:cubicBezTo>
                  <a:pt x="2057" y="423"/>
                  <a:pt x="2377" y="291"/>
                  <a:pt x="2717" y="291"/>
                </a:cubicBezTo>
                <a:close/>
                <a:moveTo>
                  <a:pt x="1036" y="2894"/>
                </a:moveTo>
                <a:cubicBezTo>
                  <a:pt x="940" y="2991"/>
                  <a:pt x="940" y="3147"/>
                  <a:pt x="1036" y="3244"/>
                </a:cubicBezTo>
                <a:cubicBezTo>
                  <a:pt x="1133" y="3340"/>
                  <a:pt x="1289" y="3340"/>
                  <a:pt x="1386" y="3244"/>
                </a:cubicBezTo>
                <a:cubicBezTo>
                  <a:pt x="1482" y="3147"/>
                  <a:pt x="1482" y="2991"/>
                  <a:pt x="1386" y="2894"/>
                </a:cubicBezTo>
                <a:cubicBezTo>
                  <a:pt x="1289" y="2798"/>
                  <a:pt x="1133" y="2798"/>
                  <a:pt x="1036" y="2894"/>
                </a:cubicBezTo>
                <a:close/>
              </a:path>
            </a:pathLst>
          </a:custGeom>
          <a:solidFill>
            <a:srgbClr val="5685B6"/>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392" tIns="45696" rIns="91392" bIns="45696" numCol="1" anchor="t" anchorCtr="0" compatLnSpc="1"/>
          <a:lstStyle/>
          <a:p>
            <a:endParaRPr lang="zh-CN" altLang="en-US"/>
          </a:p>
        </p:txBody>
      </p:sp>
    </p:spTree>
    <p:extLst>
      <p:ext uri="{BB962C8B-B14F-4D97-AF65-F5344CB8AC3E}">
        <p14:creationId xmlns:p14="http://schemas.microsoft.com/office/powerpoint/2010/main" val="11739707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grpSp>
        <p:nvGrpSpPr>
          <p:cNvPr id="720" name="Google Shape;720;p10"/>
          <p:cNvGrpSpPr/>
          <p:nvPr/>
        </p:nvGrpSpPr>
        <p:grpSpPr>
          <a:xfrm>
            <a:off x="2386080" y="0"/>
            <a:ext cx="3314880" cy="6857640"/>
            <a:chOff x="2386080" y="0"/>
            <a:chExt cx="3314880" cy="6857640"/>
          </a:xfrm>
        </p:grpSpPr>
        <p:sp>
          <p:nvSpPr>
            <p:cNvPr id="721" name="Google Shape;721;p10"/>
            <p:cNvSpPr/>
            <p:nvPr/>
          </p:nvSpPr>
          <p:spPr>
            <a:xfrm>
              <a:off x="3050280" y="0"/>
              <a:ext cx="1325520" cy="1142640"/>
            </a:xfrm>
            <a:prstGeom prst="triangle">
              <a:avLst>
                <a:gd name="adj" fmla="val 50000"/>
              </a:avLst>
            </a:prstGeom>
            <a:gradFill>
              <a:gsLst>
                <a:gs pos="0">
                  <a:srgbClr val="CF0000"/>
                </a:gs>
                <a:gs pos="48000">
                  <a:srgbClr val="FF3C3C"/>
                </a:gs>
                <a:gs pos="100000">
                  <a:srgbClr val="FF8787"/>
                </a:gs>
              </a:gsLst>
              <a:lin ang="162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10"/>
            <p:cNvSpPr/>
            <p:nvPr/>
          </p:nvSpPr>
          <p:spPr>
            <a:xfrm rot="10800000" flipH="1">
              <a:off x="3050280" y="1142640"/>
              <a:ext cx="1325520" cy="1142640"/>
            </a:xfrm>
            <a:prstGeom prst="triangle">
              <a:avLst>
                <a:gd name="adj" fmla="val 50000"/>
              </a:avLst>
            </a:prstGeom>
            <a:solidFill>
              <a:srgbClr val="8800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10"/>
            <p:cNvSpPr/>
            <p:nvPr/>
          </p:nvSpPr>
          <p:spPr>
            <a:xfrm rot="10800000" flipH="1">
              <a:off x="2386080" y="0"/>
              <a:ext cx="1325520" cy="1142640"/>
            </a:xfrm>
            <a:prstGeom prst="triangle">
              <a:avLst>
                <a:gd name="adj" fmla="val 50000"/>
              </a:avLst>
            </a:prstGeom>
            <a:gradFill>
              <a:gsLst>
                <a:gs pos="0">
                  <a:srgbClr val="FF7A7B"/>
                </a:gs>
                <a:gs pos="35000">
                  <a:srgbClr val="FFA3A3"/>
                </a:gs>
                <a:gs pos="100000">
                  <a:srgbClr val="FFD6D6"/>
                </a:gs>
              </a:gsLst>
              <a:lin ang="16200000" scaled="0"/>
            </a:gradFill>
            <a:ln w="9525" cap="flat" cmpd="sng">
              <a:solidFill>
                <a:srgbClr val="FD3030"/>
              </a:solidFill>
              <a:prstDash val="solid"/>
              <a:miter lim="8000"/>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10"/>
            <p:cNvSpPr/>
            <p:nvPr/>
          </p:nvSpPr>
          <p:spPr>
            <a:xfrm>
              <a:off x="3712320" y="1143000"/>
              <a:ext cx="1325520" cy="1142640"/>
            </a:xfrm>
            <a:prstGeom prst="triangle">
              <a:avLst>
                <a:gd name="adj" fmla="val 50000"/>
              </a:avLst>
            </a:prstGeom>
            <a:solidFill>
              <a:srgbClr val="ED37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10"/>
            <p:cNvSpPr/>
            <p:nvPr/>
          </p:nvSpPr>
          <p:spPr>
            <a:xfrm rot="10800000" flipH="1">
              <a:off x="3713400" y="2285640"/>
              <a:ext cx="1325520" cy="1142640"/>
            </a:xfrm>
            <a:prstGeom prst="triangle">
              <a:avLst>
                <a:gd name="adj" fmla="val 50000"/>
              </a:avLst>
            </a:prstGeom>
            <a:solidFill>
              <a:srgbClr val="EB19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10"/>
            <p:cNvSpPr/>
            <p:nvPr/>
          </p:nvSpPr>
          <p:spPr>
            <a:xfrm>
              <a:off x="4375440" y="2286000"/>
              <a:ext cx="1325520" cy="1142640"/>
            </a:xfrm>
            <a:prstGeom prst="triangle">
              <a:avLst>
                <a:gd name="adj" fmla="val 50000"/>
              </a:avLst>
            </a:prstGeom>
            <a:solidFill>
              <a:srgbClr val="C21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10"/>
            <p:cNvSpPr/>
            <p:nvPr/>
          </p:nvSpPr>
          <p:spPr>
            <a:xfrm rot="10800000" flipH="1">
              <a:off x="4375440" y="3428640"/>
              <a:ext cx="1325520" cy="1142640"/>
            </a:xfrm>
            <a:prstGeom prst="triangle">
              <a:avLst>
                <a:gd name="adj" fmla="val 50000"/>
              </a:avLst>
            </a:prstGeom>
            <a:solidFill>
              <a:srgbClr val="ED37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10"/>
            <p:cNvSpPr/>
            <p:nvPr/>
          </p:nvSpPr>
          <p:spPr>
            <a:xfrm>
              <a:off x="3711960" y="3429000"/>
              <a:ext cx="1325520" cy="1142640"/>
            </a:xfrm>
            <a:prstGeom prst="triangle">
              <a:avLst>
                <a:gd name="adj" fmla="val 50000"/>
              </a:avLst>
            </a:prstGeom>
            <a:solidFill>
              <a:srgbClr val="8800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10"/>
            <p:cNvSpPr/>
            <p:nvPr/>
          </p:nvSpPr>
          <p:spPr>
            <a:xfrm rot="10800000" flipH="1">
              <a:off x="3711960" y="4571640"/>
              <a:ext cx="1325520" cy="1142640"/>
            </a:xfrm>
            <a:prstGeom prst="triangle">
              <a:avLst>
                <a:gd name="adj" fmla="val 50000"/>
              </a:avLst>
            </a:pr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10"/>
            <p:cNvSpPr/>
            <p:nvPr/>
          </p:nvSpPr>
          <p:spPr>
            <a:xfrm>
              <a:off x="3047400" y="4572000"/>
              <a:ext cx="1325520" cy="114264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10"/>
            <p:cNvSpPr/>
            <p:nvPr/>
          </p:nvSpPr>
          <p:spPr>
            <a:xfrm rot="10800000" flipH="1">
              <a:off x="3050280" y="5714640"/>
              <a:ext cx="1325520" cy="1142640"/>
            </a:xfrm>
            <a:prstGeom prst="triangle">
              <a:avLst>
                <a:gd name="adj" fmla="val 50000"/>
              </a:avLst>
            </a:pr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10"/>
            <p:cNvSpPr/>
            <p:nvPr/>
          </p:nvSpPr>
          <p:spPr>
            <a:xfrm>
              <a:off x="2386080" y="5715000"/>
              <a:ext cx="1325520" cy="114264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3" name="Google Shape;733;p10"/>
          <p:cNvSpPr/>
          <p:nvPr/>
        </p:nvSpPr>
        <p:spPr>
          <a:xfrm>
            <a:off x="820800" y="3013560"/>
            <a:ext cx="3767760" cy="82152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4800" b="1" i="1" strike="noStrike">
                <a:solidFill>
                  <a:srgbClr val="FF3737"/>
                </a:solidFill>
                <a:latin typeface="Calibri"/>
                <a:ea typeface="Calibri"/>
                <a:cs typeface="Calibri"/>
                <a:sym typeface="Calibri"/>
              </a:rPr>
              <a:t>Phần 02 :</a:t>
            </a:r>
            <a:endParaRPr sz="4800" b="0" strike="noStrike">
              <a:solidFill>
                <a:schemeClr val="dk1"/>
              </a:solidFill>
              <a:latin typeface="Arial"/>
              <a:ea typeface="Arial"/>
              <a:cs typeface="Arial"/>
              <a:sym typeface="Arial"/>
            </a:endParaRPr>
          </a:p>
        </p:txBody>
      </p:sp>
      <p:grpSp>
        <p:nvGrpSpPr>
          <p:cNvPr id="734" name="Google Shape;734;p10"/>
          <p:cNvGrpSpPr/>
          <p:nvPr/>
        </p:nvGrpSpPr>
        <p:grpSpPr>
          <a:xfrm>
            <a:off x="5878033" y="2126923"/>
            <a:ext cx="5742040" cy="3416313"/>
            <a:chOff x="5905812" y="1707307"/>
            <a:chExt cx="6117030" cy="427853"/>
          </a:xfrm>
        </p:grpSpPr>
        <p:sp>
          <p:nvSpPr>
            <p:cNvPr id="735" name="Google Shape;735;p10"/>
            <p:cNvSpPr/>
            <p:nvPr/>
          </p:nvSpPr>
          <p:spPr>
            <a:xfrm>
              <a:off x="5905812" y="1707307"/>
              <a:ext cx="6117030" cy="323599"/>
            </a:xfrm>
            <a:prstGeom prst="rect">
              <a:avLst/>
            </a:prstGeom>
            <a:no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vi-VN" sz="5400" b="1" strike="noStrik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CÔNG NGHỆ VÀ NGÔN NGỮ SỬ DỤNG</a:t>
              </a:r>
              <a:endParaRPr sz="5400" b="1" strike="noStrik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736" name="Google Shape;736;p10"/>
            <p:cNvSpPr/>
            <p:nvPr/>
          </p:nvSpPr>
          <p:spPr>
            <a:xfrm>
              <a:off x="6525360" y="1770480"/>
              <a:ext cx="297000" cy="364680"/>
            </a:xfrm>
            <a:prstGeom prst="rect">
              <a:avLst/>
            </a:prstGeom>
            <a:no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1800" b="0" i="1" strike="noStrike">
                  <a:solidFill>
                    <a:srgbClr val="FFFFFF"/>
                  </a:solidFill>
                  <a:latin typeface="Calibri"/>
                  <a:ea typeface="Calibri"/>
                  <a:cs typeface="Calibri"/>
                  <a:sym typeface="Calibri"/>
                </a:rPr>
                <a:t>1</a:t>
              </a:r>
              <a:endParaRPr sz="1800" b="0" strike="noStrike">
                <a:solidFill>
                  <a:schemeClr val="dk1"/>
                </a:solidFill>
                <a:latin typeface="Arial"/>
                <a:ea typeface="Arial"/>
                <a:cs typeface="Arial"/>
                <a:sym typeface="Arial"/>
              </a:endParaRPr>
            </a:p>
          </p:txBody>
        </p:sp>
      </p:grpSp>
      <p:sp>
        <p:nvSpPr>
          <p:cNvPr id="737" name="Google Shape;737;p10"/>
          <p:cNvSpPr/>
          <p:nvPr/>
        </p:nvSpPr>
        <p:spPr>
          <a:xfrm>
            <a:off x="11468443" y="121347"/>
            <a:ext cx="643320" cy="593280"/>
          </a:xfrm>
          <a:custGeom>
            <a:avLst/>
            <a:gdLst/>
            <a:ahLst/>
            <a:cxnLst/>
            <a:rect l="l" t="t" r="r" b="b"/>
            <a:pathLst>
              <a:path w="578320" h="533197" extrusionOk="0">
                <a:moveTo>
                  <a:pt x="469488" y="312166"/>
                </a:moveTo>
                <a:cubicBezTo>
                  <a:pt x="499002" y="312166"/>
                  <a:pt x="523904" y="335190"/>
                  <a:pt x="523904" y="363740"/>
                </a:cubicBezTo>
                <a:lnTo>
                  <a:pt x="523904" y="376634"/>
                </a:lnTo>
                <a:cubicBezTo>
                  <a:pt x="523904" y="376634"/>
                  <a:pt x="529438" y="381238"/>
                  <a:pt x="527594" y="391369"/>
                </a:cubicBezTo>
                <a:cubicBezTo>
                  <a:pt x="526671" y="404262"/>
                  <a:pt x="512837" y="411630"/>
                  <a:pt x="512837" y="411630"/>
                </a:cubicBezTo>
                <a:cubicBezTo>
                  <a:pt x="512837" y="411630"/>
                  <a:pt x="509147" y="430970"/>
                  <a:pt x="498080" y="440180"/>
                </a:cubicBezTo>
                <a:cubicBezTo>
                  <a:pt x="494391" y="467809"/>
                  <a:pt x="513759" y="470572"/>
                  <a:pt x="529438" y="475176"/>
                </a:cubicBezTo>
                <a:cubicBezTo>
                  <a:pt x="555263" y="483465"/>
                  <a:pt x="578320" y="485307"/>
                  <a:pt x="578320" y="518462"/>
                </a:cubicBezTo>
                <a:cubicBezTo>
                  <a:pt x="578320" y="525829"/>
                  <a:pt x="543273" y="532276"/>
                  <a:pt x="485168" y="533197"/>
                </a:cubicBezTo>
                <a:lnTo>
                  <a:pt x="477789" y="486228"/>
                </a:lnTo>
                <a:lnTo>
                  <a:pt x="481478" y="479781"/>
                </a:lnTo>
                <a:cubicBezTo>
                  <a:pt x="481478" y="478860"/>
                  <a:pt x="481478" y="477939"/>
                  <a:pt x="480556" y="477939"/>
                </a:cubicBezTo>
                <a:lnTo>
                  <a:pt x="471333" y="466888"/>
                </a:lnTo>
                <a:cubicBezTo>
                  <a:pt x="470411" y="465967"/>
                  <a:pt x="468566" y="465967"/>
                  <a:pt x="467644" y="466888"/>
                </a:cubicBezTo>
                <a:lnTo>
                  <a:pt x="458421" y="477939"/>
                </a:lnTo>
                <a:cubicBezTo>
                  <a:pt x="457499" y="477939"/>
                  <a:pt x="457499" y="478860"/>
                  <a:pt x="458421" y="479781"/>
                </a:cubicBezTo>
                <a:lnTo>
                  <a:pt x="462110" y="486228"/>
                </a:lnTo>
                <a:lnTo>
                  <a:pt x="454732" y="533197"/>
                </a:lnTo>
                <a:cubicBezTo>
                  <a:pt x="396627" y="532276"/>
                  <a:pt x="361579" y="525829"/>
                  <a:pt x="361579" y="518462"/>
                </a:cubicBezTo>
                <a:cubicBezTo>
                  <a:pt x="361579" y="485307"/>
                  <a:pt x="384637" y="483465"/>
                  <a:pt x="409539" y="475176"/>
                </a:cubicBezTo>
                <a:cubicBezTo>
                  <a:pt x="425218" y="470572"/>
                  <a:pt x="444586" y="466888"/>
                  <a:pt x="440897" y="440180"/>
                </a:cubicBezTo>
                <a:cubicBezTo>
                  <a:pt x="430752" y="430970"/>
                  <a:pt x="427063" y="411630"/>
                  <a:pt x="427063" y="411630"/>
                </a:cubicBezTo>
                <a:cubicBezTo>
                  <a:pt x="427063" y="411630"/>
                  <a:pt x="413228" y="404262"/>
                  <a:pt x="411383" y="391369"/>
                </a:cubicBezTo>
                <a:cubicBezTo>
                  <a:pt x="410461" y="381238"/>
                  <a:pt x="415995" y="376634"/>
                  <a:pt x="415995" y="376634"/>
                </a:cubicBezTo>
                <a:lnTo>
                  <a:pt x="415995" y="363740"/>
                </a:lnTo>
                <a:cubicBezTo>
                  <a:pt x="415995" y="335190"/>
                  <a:pt x="439975" y="312166"/>
                  <a:pt x="469488" y="312166"/>
                </a:cubicBezTo>
                <a:close/>
                <a:moveTo>
                  <a:pt x="107909" y="312166"/>
                </a:moveTo>
                <a:cubicBezTo>
                  <a:pt x="138345" y="312166"/>
                  <a:pt x="162325" y="335190"/>
                  <a:pt x="162325" y="363740"/>
                </a:cubicBezTo>
                <a:lnTo>
                  <a:pt x="162325" y="376634"/>
                </a:lnTo>
                <a:cubicBezTo>
                  <a:pt x="162325" y="376634"/>
                  <a:pt x="167859" y="381238"/>
                  <a:pt x="166937" y="391369"/>
                </a:cubicBezTo>
                <a:cubicBezTo>
                  <a:pt x="165092" y="404262"/>
                  <a:pt x="151257" y="411630"/>
                  <a:pt x="151257" y="411630"/>
                </a:cubicBezTo>
                <a:cubicBezTo>
                  <a:pt x="151257" y="411630"/>
                  <a:pt x="147568" y="430970"/>
                  <a:pt x="137423" y="440180"/>
                </a:cubicBezTo>
                <a:cubicBezTo>
                  <a:pt x="132811" y="467809"/>
                  <a:pt x="152180" y="470572"/>
                  <a:pt x="167859" y="475176"/>
                </a:cubicBezTo>
                <a:cubicBezTo>
                  <a:pt x="193684" y="483465"/>
                  <a:pt x="216741" y="485307"/>
                  <a:pt x="216741" y="518462"/>
                </a:cubicBezTo>
                <a:cubicBezTo>
                  <a:pt x="216741" y="525829"/>
                  <a:pt x="181693" y="532276"/>
                  <a:pt x="123588" y="533197"/>
                </a:cubicBezTo>
                <a:lnTo>
                  <a:pt x="116210" y="486228"/>
                </a:lnTo>
                <a:lnTo>
                  <a:pt x="119899" y="479781"/>
                </a:lnTo>
                <a:cubicBezTo>
                  <a:pt x="120821" y="478860"/>
                  <a:pt x="119899" y="477939"/>
                  <a:pt x="119899" y="477939"/>
                </a:cubicBezTo>
                <a:lnTo>
                  <a:pt x="109754" y="466888"/>
                </a:lnTo>
                <a:cubicBezTo>
                  <a:pt x="108832" y="465967"/>
                  <a:pt x="107909" y="465967"/>
                  <a:pt x="106987" y="466888"/>
                </a:cubicBezTo>
                <a:lnTo>
                  <a:pt x="96842" y="477939"/>
                </a:lnTo>
                <a:cubicBezTo>
                  <a:pt x="96842" y="477939"/>
                  <a:pt x="95919" y="478860"/>
                  <a:pt x="96842" y="479781"/>
                </a:cubicBezTo>
                <a:lnTo>
                  <a:pt x="100531" y="486228"/>
                </a:lnTo>
                <a:lnTo>
                  <a:pt x="93152" y="533197"/>
                </a:lnTo>
                <a:cubicBezTo>
                  <a:pt x="35047" y="532276"/>
                  <a:pt x="0" y="525829"/>
                  <a:pt x="0" y="518462"/>
                </a:cubicBezTo>
                <a:cubicBezTo>
                  <a:pt x="0" y="485307"/>
                  <a:pt x="23057" y="483465"/>
                  <a:pt x="48882" y="475176"/>
                </a:cubicBezTo>
                <a:cubicBezTo>
                  <a:pt x="64561" y="470572"/>
                  <a:pt x="83929" y="466888"/>
                  <a:pt x="79318" y="440180"/>
                </a:cubicBezTo>
                <a:cubicBezTo>
                  <a:pt x="69173" y="430970"/>
                  <a:pt x="65483" y="411630"/>
                  <a:pt x="65483" y="411630"/>
                </a:cubicBezTo>
                <a:cubicBezTo>
                  <a:pt x="65483" y="411630"/>
                  <a:pt x="51649" y="404262"/>
                  <a:pt x="49804" y="391369"/>
                </a:cubicBezTo>
                <a:cubicBezTo>
                  <a:pt x="48882" y="381238"/>
                  <a:pt x="54416" y="376634"/>
                  <a:pt x="54416" y="376634"/>
                </a:cubicBezTo>
                <a:lnTo>
                  <a:pt x="54416" y="363740"/>
                </a:lnTo>
                <a:cubicBezTo>
                  <a:pt x="54416" y="335190"/>
                  <a:pt x="78396" y="312166"/>
                  <a:pt x="107909" y="312166"/>
                </a:cubicBezTo>
                <a:close/>
                <a:moveTo>
                  <a:pt x="288717" y="237601"/>
                </a:moveTo>
                <a:cubicBezTo>
                  <a:pt x="297024" y="237601"/>
                  <a:pt x="303485" y="244048"/>
                  <a:pt x="303485" y="252338"/>
                </a:cubicBezTo>
                <a:lnTo>
                  <a:pt x="303485" y="331547"/>
                </a:lnTo>
                <a:lnTo>
                  <a:pt x="384708" y="398782"/>
                </a:lnTo>
                <a:cubicBezTo>
                  <a:pt x="390246" y="403387"/>
                  <a:pt x="391169" y="412598"/>
                  <a:pt x="386554" y="419045"/>
                </a:cubicBezTo>
                <a:cubicBezTo>
                  <a:pt x="383785" y="421808"/>
                  <a:pt x="379170" y="423650"/>
                  <a:pt x="375478" y="423650"/>
                </a:cubicBezTo>
                <a:cubicBezTo>
                  <a:pt x="371786" y="423650"/>
                  <a:pt x="369017" y="422729"/>
                  <a:pt x="366248" y="420887"/>
                </a:cubicBezTo>
                <a:lnTo>
                  <a:pt x="288717" y="356415"/>
                </a:lnTo>
                <a:lnTo>
                  <a:pt x="212108" y="420887"/>
                </a:lnTo>
                <a:cubicBezTo>
                  <a:pt x="205647" y="425492"/>
                  <a:pt x="196417" y="424571"/>
                  <a:pt x="191802" y="419045"/>
                </a:cubicBezTo>
                <a:cubicBezTo>
                  <a:pt x="186264" y="412598"/>
                  <a:pt x="187187" y="403387"/>
                  <a:pt x="193648" y="398782"/>
                </a:cubicBezTo>
                <a:lnTo>
                  <a:pt x="274872" y="331547"/>
                </a:lnTo>
                <a:lnTo>
                  <a:pt x="274872" y="252338"/>
                </a:lnTo>
                <a:cubicBezTo>
                  <a:pt x="274872" y="244048"/>
                  <a:pt x="281333" y="237601"/>
                  <a:pt x="288717" y="237601"/>
                </a:cubicBezTo>
                <a:close/>
                <a:moveTo>
                  <a:pt x="288699" y="0"/>
                </a:moveTo>
                <a:cubicBezTo>
                  <a:pt x="318213" y="0"/>
                  <a:pt x="343115" y="22103"/>
                  <a:pt x="343115" y="50653"/>
                </a:cubicBezTo>
                <a:lnTo>
                  <a:pt x="343115" y="63546"/>
                </a:lnTo>
                <a:cubicBezTo>
                  <a:pt x="343115" y="63546"/>
                  <a:pt x="348649" y="68151"/>
                  <a:pt x="346805" y="78282"/>
                </a:cubicBezTo>
                <a:cubicBezTo>
                  <a:pt x="345882" y="92096"/>
                  <a:pt x="332048" y="98543"/>
                  <a:pt x="332048" y="98543"/>
                </a:cubicBezTo>
                <a:cubicBezTo>
                  <a:pt x="332048" y="98543"/>
                  <a:pt x="328358" y="117883"/>
                  <a:pt x="318213" y="127093"/>
                </a:cubicBezTo>
                <a:cubicBezTo>
                  <a:pt x="313602" y="154722"/>
                  <a:pt x="332970" y="157484"/>
                  <a:pt x="348649" y="163010"/>
                </a:cubicBezTo>
                <a:cubicBezTo>
                  <a:pt x="374474" y="171299"/>
                  <a:pt x="397531" y="172220"/>
                  <a:pt x="397531" y="206295"/>
                </a:cubicBezTo>
                <a:cubicBezTo>
                  <a:pt x="397531" y="212742"/>
                  <a:pt x="362484" y="219189"/>
                  <a:pt x="304379" y="220110"/>
                </a:cubicBezTo>
                <a:lnTo>
                  <a:pt x="297000" y="173141"/>
                </a:lnTo>
                <a:lnTo>
                  <a:pt x="300689" y="167615"/>
                </a:lnTo>
                <a:cubicBezTo>
                  <a:pt x="300689" y="166694"/>
                  <a:pt x="300689" y="165773"/>
                  <a:pt x="300689" y="164852"/>
                </a:cubicBezTo>
                <a:lnTo>
                  <a:pt x="290544" y="154722"/>
                </a:lnTo>
                <a:cubicBezTo>
                  <a:pt x="289622" y="153801"/>
                  <a:pt x="287777" y="153801"/>
                  <a:pt x="287777" y="154722"/>
                </a:cubicBezTo>
                <a:lnTo>
                  <a:pt x="277632" y="164852"/>
                </a:lnTo>
                <a:cubicBezTo>
                  <a:pt x="276710" y="165773"/>
                  <a:pt x="276710" y="166694"/>
                  <a:pt x="277632" y="167615"/>
                </a:cubicBezTo>
                <a:lnTo>
                  <a:pt x="281321" y="173141"/>
                </a:lnTo>
                <a:lnTo>
                  <a:pt x="273943" y="221031"/>
                </a:lnTo>
                <a:cubicBezTo>
                  <a:pt x="215838" y="219189"/>
                  <a:pt x="180790" y="212742"/>
                  <a:pt x="180790" y="206295"/>
                </a:cubicBezTo>
                <a:cubicBezTo>
                  <a:pt x="180790" y="172220"/>
                  <a:pt x="203848" y="171299"/>
                  <a:pt x="228750" y="163010"/>
                </a:cubicBezTo>
                <a:cubicBezTo>
                  <a:pt x="244429" y="157484"/>
                  <a:pt x="264720" y="154722"/>
                  <a:pt x="260108" y="127093"/>
                </a:cubicBezTo>
                <a:cubicBezTo>
                  <a:pt x="249963" y="117883"/>
                  <a:pt x="246274" y="98543"/>
                  <a:pt x="246274" y="98543"/>
                </a:cubicBezTo>
                <a:cubicBezTo>
                  <a:pt x="246274" y="98543"/>
                  <a:pt x="232439" y="92096"/>
                  <a:pt x="230594" y="78282"/>
                </a:cubicBezTo>
                <a:cubicBezTo>
                  <a:pt x="229672" y="68151"/>
                  <a:pt x="235206" y="63546"/>
                  <a:pt x="235206" y="63546"/>
                </a:cubicBezTo>
                <a:lnTo>
                  <a:pt x="235206" y="50653"/>
                </a:lnTo>
                <a:cubicBezTo>
                  <a:pt x="235206" y="22103"/>
                  <a:pt x="259186" y="0"/>
                  <a:pt x="2886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8" name="Google Shape;738;p10"/>
          <p:cNvSpPr txBox="1"/>
          <p:nvPr/>
        </p:nvSpPr>
        <p:spPr>
          <a:xfrm>
            <a:off x="152400" y="6242200"/>
            <a:ext cx="2590800" cy="3651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Đồ án tốt nghiệp</a:t>
            </a:r>
            <a:endParaRPr sz="18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46" name="Google Shape;646;p8"/>
          <p:cNvSpPr/>
          <p:nvPr/>
        </p:nvSpPr>
        <p:spPr>
          <a:xfrm>
            <a:off x="2008440" y="399600"/>
            <a:ext cx="6218944" cy="460211"/>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vi-VN" sz="2400" b="1" dirty="0">
                <a:solidFill>
                  <a:schemeClr val="tx1"/>
                </a:solidFill>
                <a:latin typeface="Calibri"/>
                <a:ea typeface="Calibri"/>
                <a:cs typeface="Calibri"/>
                <a:sym typeface="Calibri"/>
              </a:rPr>
              <a:t>CÔNG NGHỆ VÀ NGÔN NGỮ SỬ DỤNG</a:t>
            </a:r>
            <a:endParaRPr sz="2400" b="0" strike="noStrike" dirty="0">
              <a:solidFill>
                <a:schemeClr val="tx1"/>
              </a:solidFill>
              <a:latin typeface="Arial"/>
              <a:ea typeface="Arial"/>
              <a:cs typeface="Arial"/>
              <a:sym typeface="Arial"/>
            </a:endParaRPr>
          </a:p>
        </p:txBody>
      </p:sp>
      <p:sp>
        <p:nvSpPr>
          <p:cNvPr id="653" name="Google Shape;653;p8"/>
          <p:cNvSpPr/>
          <p:nvPr/>
        </p:nvSpPr>
        <p:spPr>
          <a:xfrm>
            <a:off x="521880" y="5346360"/>
            <a:ext cx="2358000" cy="419400"/>
          </a:xfrm>
          <a:prstGeom prst="rect">
            <a:avLst/>
          </a:prstGeom>
          <a:noFill/>
          <a:ln>
            <a:noFill/>
          </a:ln>
        </p:spPr>
        <p:txBody>
          <a:bodyPr spcFirstLastPara="1" wrap="square" lIns="90000" tIns="45000" rIns="90000" bIns="45000" anchor="t" anchorCtr="0">
            <a:spAutoFit/>
          </a:bodyPr>
          <a:lstStyle/>
          <a:p>
            <a:pPr marL="0" marR="0" lvl="0" indent="0" algn="ctr" rtl="0">
              <a:lnSpc>
                <a:spcPct val="120000"/>
              </a:lnSpc>
              <a:spcBef>
                <a:spcPts val="0"/>
              </a:spcBef>
              <a:spcAft>
                <a:spcPts val="0"/>
              </a:spcAft>
              <a:buNone/>
            </a:pPr>
            <a:r>
              <a:rPr lang="en-US" sz="1800" b="1" strike="noStrike">
                <a:solidFill>
                  <a:srgbClr val="FFFFFF"/>
                </a:solidFill>
                <a:latin typeface="Calibri"/>
                <a:ea typeface="Calibri"/>
                <a:cs typeface="Calibri"/>
                <a:sym typeface="Calibri"/>
              </a:rPr>
              <a:t>Sản phẩm, tin tức</a:t>
            </a:r>
            <a:endParaRPr sz="1800" b="0" strike="noStrike">
              <a:solidFill>
                <a:schemeClr val="dk1"/>
              </a:solidFill>
              <a:latin typeface="Arial"/>
              <a:ea typeface="Arial"/>
              <a:cs typeface="Arial"/>
              <a:sym typeface="Arial"/>
            </a:endParaRPr>
          </a:p>
        </p:txBody>
      </p:sp>
      <p:sp>
        <p:nvSpPr>
          <p:cNvPr id="654" name="Google Shape;654;p8"/>
          <p:cNvSpPr/>
          <p:nvPr/>
        </p:nvSpPr>
        <p:spPr>
          <a:xfrm>
            <a:off x="3167160" y="5346360"/>
            <a:ext cx="2050200" cy="386344"/>
          </a:xfrm>
          <a:prstGeom prst="rect">
            <a:avLst/>
          </a:prstGeom>
          <a:noFill/>
          <a:ln>
            <a:noFill/>
          </a:ln>
        </p:spPr>
        <p:txBody>
          <a:bodyPr spcFirstLastPara="1" wrap="square" lIns="90000" tIns="45000" rIns="90000" bIns="45000" anchor="t" anchorCtr="0">
            <a:spAutoFit/>
          </a:bodyPr>
          <a:lstStyle/>
          <a:p>
            <a:pPr marL="0" marR="0" lvl="0" indent="0" algn="ctr" rtl="0">
              <a:lnSpc>
                <a:spcPct val="120000"/>
              </a:lnSpc>
              <a:spcBef>
                <a:spcPts val="0"/>
              </a:spcBef>
              <a:spcAft>
                <a:spcPts val="0"/>
              </a:spcAft>
              <a:buNone/>
            </a:pPr>
            <a:r>
              <a:rPr lang="en-US" sz="1600" b="1" strike="noStrike">
                <a:solidFill>
                  <a:srgbClr val="FFFFFF"/>
                </a:solidFill>
                <a:latin typeface="Calibri"/>
                <a:ea typeface="Calibri"/>
                <a:cs typeface="Calibri"/>
                <a:sym typeface="Calibri"/>
              </a:rPr>
              <a:t>Thông tin sản phẩm</a:t>
            </a:r>
            <a:endParaRPr sz="1600" b="0" strike="noStrike">
              <a:solidFill>
                <a:schemeClr val="dk1"/>
              </a:solidFill>
              <a:latin typeface="Arial"/>
              <a:ea typeface="Arial"/>
              <a:cs typeface="Arial"/>
              <a:sym typeface="Arial"/>
            </a:endParaRPr>
          </a:p>
        </p:txBody>
      </p:sp>
      <p:sp>
        <p:nvSpPr>
          <p:cNvPr id="655" name="Google Shape;655;p8"/>
          <p:cNvSpPr/>
          <p:nvPr/>
        </p:nvSpPr>
        <p:spPr>
          <a:xfrm>
            <a:off x="5812440" y="5346360"/>
            <a:ext cx="2050200" cy="418680"/>
          </a:xfrm>
          <a:prstGeom prst="rect">
            <a:avLst/>
          </a:prstGeom>
          <a:noFill/>
          <a:ln>
            <a:noFill/>
          </a:ln>
        </p:spPr>
        <p:txBody>
          <a:bodyPr spcFirstLastPara="1" wrap="square" lIns="90000" tIns="45000" rIns="90000" bIns="45000" anchor="t" anchorCtr="0">
            <a:spAutoFit/>
          </a:bodyPr>
          <a:lstStyle/>
          <a:p>
            <a:pPr marL="0" marR="0" lvl="0" indent="0" algn="ctr" rtl="0">
              <a:lnSpc>
                <a:spcPct val="120000"/>
              </a:lnSpc>
              <a:spcBef>
                <a:spcPts val="0"/>
              </a:spcBef>
              <a:spcAft>
                <a:spcPts val="0"/>
              </a:spcAft>
              <a:buNone/>
            </a:pPr>
            <a:r>
              <a:rPr lang="en-US" sz="1800" b="1" strike="noStrike">
                <a:solidFill>
                  <a:srgbClr val="FFFFFF"/>
                </a:solidFill>
                <a:latin typeface="Calibri"/>
                <a:ea typeface="Calibri"/>
                <a:cs typeface="Calibri"/>
                <a:sym typeface="Calibri"/>
              </a:rPr>
              <a:t>Tìm kiếm sản phẩm</a:t>
            </a:r>
            <a:endParaRPr sz="1800" b="0" strike="noStrike">
              <a:solidFill>
                <a:schemeClr val="dk1"/>
              </a:solidFill>
              <a:latin typeface="Arial"/>
              <a:ea typeface="Arial"/>
              <a:cs typeface="Arial"/>
              <a:sym typeface="Arial"/>
            </a:endParaRPr>
          </a:p>
        </p:txBody>
      </p:sp>
      <p:sp>
        <p:nvSpPr>
          <p:cNvPr id="656" name="Google Shape;656;p8"/>
          <p:cNvSpPr/>
          <p:nvPr/>
        </p:nvSpPr>
        <p:spPr>
          <a:xfrm>
            <a:off x="8153880" y="5346360"/>
            <a:ext cx="3007080" cy="423278"/>
          </a:xfrm>
          <a:prstGeom prst="rect">
            <a:avLst/>
          </a:prstGeom>
          <a:noFill/>
          <a:ln>
            <a:noFill/>
          </a:ln>
        </p:spPr>
        <p:txBody>
          <a:bodyPr spcFirstLastPara="1" wrap="square" lIns="90000" tIns="45000" rIns="90000" bIns="45000" anchor="t" anchorCtr="0">
            <a:spAutoFit/>
          </a:bodyPr>
          <a:lstStyle/>
          <a:p>
            <a:pPr marL="0" marR="0" lvl="0" indent="0" algn="ctr" rtl="0">
              <a:lnSpc>
                <a:spcPct val="120000"/>
              </a:lnSpc>
              <a:spcBef>
                <a:spcPts val="0"/>
              </a:spcBef>
              <a:spcAft>
                <a:spcPts val="0"/>
              </a:spcAft>
              <a:buNone/>
            </a:pPr>
            <a:r>
              <a:rPr lang="en-US" sz="1800" b="1">
                <a:solidFill>
                  <a:srgbClr val="FFFFFF"/>
                </a:solidFill>
                <a:latin typeface="Calibri"/>
                <a:ea typeface="Calibri"/>
                <a:cs typeface="Calibri"/>
                <a:sym typeface="Calibri"/>
              </a:rPr>
              <a:t>Sản phẩm theo danh mục</a:t>
            </a:r>
            <a:endParaRPr sz="1800" b="0" strike="noStrike">
              <a:solidFill>
                <a:schemeClr val="dk1"/>
              </a:solidFill>
              <a:latin typeface="Arial"/>
              <a:ea typeface="Arial"/>
              <a:cs typeface="Arial"/>
              <a:sym typeface="Arial"/>
            </a:endParaRPr>
          </a:p>
        </p:txBody>
      </p:sp>
      <p:grpSp>
        <p:nvGrpSpPr>
          <p:cNvPr id="2" name="Group 13">
            <a:extLst>
              <a:ext uri="{FF2B5EF4-FFF2-40B4-BE49-F238E27FC236}">
                <a16:creationId xmlns:a16="http://schemas.microsoft.com/office/drawing/2014/main" id="{620CBFF5-394E-33BE-113D-FC198351503A}"/>
              </a:ext>
            </a:extLst>
          </p:cNvPr>
          <p:cNvGrpSpPr/>
          <p:nvPr/>
        </p:nvGrpSpPr>
        <p:grpSpPr>
          <a:xfrm>
            <a:off x="1321361" y="3799434"/>
            <a:ext cx="470102" cy="463479"/>
            <a:chOff x="0" y="0"/>
            <a:chExt cx="584" cy="584"/>
          </a:xfrm>
        </p:grpSpPr>
        <p:sp>
          <p:nvSpPr>
            <p:cNvPr id="3" name="Oval 14">
              <a:extLst>
                <a:ext uri="{FF2B5EF4-FFF2-40B4-BE49-F238E27FC236}">
                  <a16:creationId xmlns:a16="http://schemas.microsoft.com/office/drawing/2014/main" id="{B84AD0F7-85E7-D9B8-77CF-04346F93DDCB}"/>
                </a:ext>
              </a:extLst>
            </p:cNvPr>
            <p:cNvSpPr/>
            <p:nvPr/>
          </p:nvSpPr>
          <p:spPr bwMode="auto">
            <a:xfrm>
              <a:off x="0" y="0"/>
              <a:ext cx="584" cy="584"/>
            </a:xfrm>
            <a:prstGeom prst="ellipse">
              <a:avLst/>
            </a:prstGeom>
            <a:solidFill>
              <a:srgbClr val="1F497D"/>
            </a:solidFill>
            <a:ln>
              <a:noFill/>
            </a:ln>
            <a:extLst>
              <a:ext uri="{91240B29-F687-4F45-9708-019B960494DF}">
                <a14:hiddenLine xmlns:a14="http://schemas.microsoft.com/office/drawing/2010/main" w="25400">
                  <a:solidFill>
                    <a:schemeClr val="tx1"/>
                  </a:solidFill>
                  <a:miter lim="800000"/>
                  <a:headEnd type="none" w="med" len="med"/>
                  <a:tailEnd type="none" w="med" len="med"/>
                </a14:hiddenLine>
              </a:ext>
            </a:extLst>
          </p:spPr>
          <p:txBody>
            <a:bodyPr lIns="0" tIns="0" rIns="0" bIns="0"/>
            <a:lstStyle/>
            <a:p>
              <a:pPr algn="ctr" defTabSz="967740" fontAlgn="base">
                <a:spcBef>
                  <a:spcPct val="0"/>
                </a:spcBef>
                <a:spcAft>
                  <a:spcPct val="0"/>
                </a:spcAft>
                <a:defRPr/>
              </a:pPr>
              <a:endParaRPr lang="en-US" sz="2965" kern="0">
                <a:solidFill>
                  <a:srgbClr val="000000"/>
                </a:solidFill>
                <a:ea typeface="微软雅黑"/>
                <a:sym typeface="Gill Sans" charset="0"/>
              </a:endParaRPr>
            </a:p>
          </p:txBody>
        </p:sp>
        <p:sp>
          <p:nvSpPr>
            <p:cNvPr id="4" name="Rectangle 15">
              <a:extLst>
                <a:ext uri="{FF2B5EF4-FFF2-40B4-BE49-F238E27FC236}">
                  <a16:creationId xmlns:a16="http://schemas.microsoft.com/office/drawing/2014/main" id="{86DA4E71-1D5D-5BCF-9B02-69D292A586C1}"/>
                </a:ext>
              </a:extLst>
            </p:cNvPr>
            <p:cNvSpPr/>
            <p:nvPr/>
          </p:nvSpPr>
          <p:spPr bwMode="auto">
            <a:xfrm>
              <a:off x="0" y="8"/>
              <a:ext cx="584"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normAutofit/>
            </a:bodyPr>
            <a:lstStyle/>
            <a:p>
              <a:pPr algn="ctr" defTabSz="967740" fontAlgn="base">
                <a:spcBef>
                  <a:spcPct val="0"/>
                </a:spcBef>
                <a:spcAft>
                  <a:spcPct val="0"/>
                </a:spcAft>
                <a:defRPr/>
              </a:pPr>
              <a:r>
                <a:rPr lang="vi-VN" altLang="vi-VN" sz="2330" kern="0">
                  <a:solidFill>
                    <a:srgbClr val="FFFFFF"/>
                  </a:solidFill>
                  <a:latin typeface="Noto Sans"/>
                  <a:ea typeface="Noto Sans"/>
                  <a:cs typeface="Lato Light" charset="0"/>
                  <a:sym typeface="Lato Light" charset="0"/>
                </a:rPr>
                <a:t>1</a:t>
              </a:r>
            </a:p>
          </p:txBody>
        </p:sp>
      </p:grpSp>
      <p:grpSp>
        <p:nvGrpSpPr>
          <p:cNvPr id="5" name="Group 4">
            <a:extLst>
              <a:ext uri="{FF2B5EF4-FFF2-40B4-BE49-F238E27FC236}">
                <a16:creationId xmlns:a16="http://schemas.microsoft.com/office/drawing/2014/main" id="{37F6C1D1-BED2-3802-AE61-8F09AC8A13AD}"/>
              </a:ext>
            </a:extLst>
          </p:cNvPr>
          <p:cNvGrpSpPr/>
          <p:nvPr/>
        </p:nvGrpSpPr>
        <p:grpSpPr>
          <a:xfrm>
            <a:off x="1244275" y="3231155"/>
            <a:ext cx="9914522" cy="284471"/>
            <a:chOff x="899592" y="2852807"/>
            <a:chExt cx="7344815" cy="213386"/>
          </a:xfrm>
          <a:solidFill>
            <a:srgbClr val="1F497D"/>
          </a:solidFill>
        </p:grpSpPr>
        <p:sp>
          <p:nvSpPr>
            <p:cNvPr id="6" name="Rectangle 61">
              <a:extLst>
                <a:ext uri="{FF2B5EF4-FFF2-40B4-BE49-F238E27FC236}">
                  <a16:creationId xmlns:a16="http://schemas.microsoft.com/office/drawing/2014/main" id="{CE35BD10-2903-8845-6EDC-698562C4CC30}"/>
                </a:ext>
              </a:extLst>
            </p:cNvPr>
            <p:cNvSpPr/>
            <p:nvPr/>
          </p:nvSpPr>
          <p:spPr bwMode="auto">
            <a:xfrm>
              <a:off x="899592" y="2852807"/>
              <a:ext cx="7344815" cy="32031"/>
            </a:xfrm>
            <a:prstGeom prst="rect">
              <a:avLst/>
            </a:prstGeom>
            <a:grpFill/>
            <a:ln w="25400" cap="flat" cmpd="sng" algn="ctr">
              <a:noFill/>
              <a:prstDash val="solid"/>
              <a:round/>
              <a:headEnd type="none" w="med" len="med"/>
              <a:tailEnd type="none" w="med" len="med"/>
            </a:ln>
            <a:effectLst/>
          </p:spPr>
          <p:txBody>
            <a:bodyPr vert="horz" wrap="square" lIns="96757" tIns="48378" rIns="96757" bIns="48378" numCol="1" rtlCol="0" anchor="t" anchorCtr="0" compatLnSpc="1"/>
            <a:lstStyle/>
            <a:p>
              <a:pPr algn="ctr" defTabSz="1309370" fontAlgn="base">
                <a:spcBef>
                  <a:spcPct val="0"/>
                </a:spcBef>
                <a:spcAft>
                  <a:spcPct val="0"/>
                </a:spcAft>
                <a:defRPr/>
              </a:pPr>
              <a:endParaRPr lang="en-US" sz="8040" kern="0">
                <a:latin typeface="微软雅黑" panose="020B0503020204020204" charset="-122"/>
                <a:ea typeface="微软雅黑"/>
                <a:sym typeface="Gill Sans" charset="0"/>
              </a:endParaRPr>
            </a:p>
          </p:txBody>
        </p:sp>
        <p:sp>
          <p:nvSpPr>
            <p:cNvPr id="7" name="Flowchart: Merge 3">
              <a:extLst>
                <a:ext uri="{FF2B5EF4-FFF2-40B4-BE49-F238E27FC236}">
                  <a16:creationId xmlns:a16="http://schemas.microsoft.com/office/drawing/2014/main" id="{049A8E35-86F5-5ADB-7D93-E99494B0CD45}"/>
                </a:ext>
              </a:extLst>
            </p:cNvPr>
            <p:cNvSpPr/>
            <p:nvPr/>
          </p:nvSpPr>
          <p:spPr bwMode="auto">
            <a:xfrm>
              <a:off x="1099027" y="2874792"/>
              <a:ext cx="210541" cy="191401"/>
            </a:xfrm>
            <a:prstGeom prst="flowChartMerge">
              <a:avLst/>
            </a:prstGeom>
            <a:grpFill/>
            <a:ln w="25400" cap="flat" cmpd="sng" algn="ctr">
              <a:noFill/>
              <a:prstDash val="solid"/>
              <a:round/>
              <a:headEnd type="none" w="med" len="med"/>
              <a:tailEnd type="none" w="med" len="med"/>
            </a:ln>
            <a:effectLst/>
          </p:spPr>
          <p:txBody>
            <a:bodyPr vert="horz" wrap="square" lIns="96757" tIns="48378" rIns="96757" bIns="48378" numCol="1" rtlCol="0" anchor="t" anchorCtr="0" compatLnSpc="1"/>
            <a:lstStyle/>
            <a:p>
              <a:pPr algn="ctr" defTabSz="1309370" fontAlgn="base">
                <a:spcBef>
                  <a:spcPct val="0"/>
                </a:spcBef>
                <a:spcAft>
                  <a:spcPct val="0"/>
                </a:spcAft>
                <a:defRPr/>
              </a:pPr>
              <a:endParaRPr lang="en-US" sz="8040" kern="0">
                <a:latin typeface="微软雅黑" panose="020B0503020204020204" charset="-122"/>
                <a:ea typeface="微软雅黑"/>
                <a:sym typeface="Gill Sans" charset="0"/>
              </a:endParaRPr>
            </a:p>
          </p:txBody>
        </p:sp>
        <p:sp>
          <p:nvSpPr>
            <p:cNvPr id="8" name="Flowchart: Merge 64">
              <a:extLst>
                <a:ext uri="{FF2B5EF4-FFF2-40B4-BE49-F238E27FC236}">
                  <a16:creationId xmlns:a16="http://schemas.microsoft.com/office/drawing/2014/main" id="{04B9736D-F76B-AD29-7F4C-299224BEA4B5}"/>
                </a:ext>
              </a:extLst>
            </p:cNvPr>
            <p:cNvSpPr/>
            <p:nvPr/>
          </p:nvSpPr>
          <p:spPr bwMode="auto">
            <a:xfrm>
              <a:off x="3708663" y="2874792"/>
              <a:ext cx="210541" cy="191401"/>
            </a:xfrm>
            <a:prstGeom prst="flowChartMerge">
              <a:avLst/>
            </a:prstGeom>
            <a:grpFill/>
            <a:ln w="25400" cap="flat" cmpd="sng" algn="ctr">
              <a:noFill/>
              <a:prstDash val="solid"/>
              <a:round/>
              <a:headEnd type="none" w="med" len="med"/>
              <a:tailEnd type="none" w="med" len="med"/>
            </a:ln>
            <a:effectLst/>
          </p:spPr>
          <p:txBody>
            <a:bodyPr vert="horz" wrap="square" lIns="96757" tIns="48378" rIns="96757" bIns="48378" numCol="1" rtlCol="0" anchor="t" anchorCtr="0" compatLnSpc="1"/>
            <a:lstStyle/>
            <a:p>
              <a:pPr algn="ctr" defTabSz="1309370" fontAlgn="base">
                <a:spcBef>
                  <a:spcPct val="0"/>
                </a:spcBef>
                <a:spcAft>
                  <a:spcPct val="0"/>
                </a:spcAft>
                <a:defRPr/>
              </a:pPr>
              <a:endParaRPr lang="en-US" sz="8040" kern="0">
                <a:latin typeface="微软雅黑" panose="020B0503020204020204" charset="-122"/>
                <a:ea typeface="微软雅黑"/>
                <a:sym typeface="Gill Sans" charset="0"/>
              </a:endParaRPr>
            </a:p>
          </p:txBody>
        </p:sp>
        <p:sp>
          <p:nvSpPr>
            <p:cNvPr id="9" name="Flowchart: Merge 65">
              <a:extLst>
                <a:ext uri="{FF2B5EF4-FFF2-40B4-BE49-F238E27FC236}">
                  <a16:creationId xmlns:a16="http://schemas.microsoft.com/office/drawing/2014/main" id="{5C388571-D94B-2900-25DE-0B86E9FA6989}"/>
                </a:ext>
              </a:extLst>
            </p:cNvPr>
            <p:cNvSpPr/>
            <p:nvPr/>
          </p:nvSpPr>
          <p:spPr bwMode="auto">
            <a:xfrm>
              <a:off x="6174461" y="2874792"/>
              <a:ext cx="210541" cy="191401"/>
            </a:xfrm>
            <a:prstGeom prst="flowChartMerge">
              <a:avLst/>
            </a:prstGeom>
            <a:grpFill/>
            <a:ln w="25400" cap="flat" cmpd="sng" algn="ctr">
              <a:noFill/>
              <a:prstDash val="solid"/>
              <a:round/>
              <a:headEnd type="none" w="med" len="med"/>
              <a:tailEnd type="none" w="med" len="med"/>
            </a:ln>
            <a:effectLst/>
          </p:spPr>
          <p:txBody>
            <a:bodyPr vert="horz" wrap="square" lIns="96757" tIns="48378" rIns="96757" bIns="48378" numCol="1" rtlCol="0" anchor="t" anchorCtr="0" compatLnSpc="1"/>
            <a:lstStyle/>
            <a:p>
              <a:pPr algn="ctr" defTabSz="1309370" fontAlgn="base">
                <a:spcBef>
                  <a:spcPct val="0"/>
                </a:spcBef>
                <a:spcAft>
                  <a:spcPct val="0"/>
                </a:spcAft>
                <a:defRPr/>
              </a:pPr>
              <a:endParaRPr lang="en-US" sz="8040" kern="0">
                <a:latin typeface="微软雅黑" panose="020B0503020204020204" charset="-122"/>
                <a:ea typeface="微软雅黑"/>
                <a:sym typeface="Gill Sans" charset="0"/>
              </a:endParaRPr>
            </a:p>
          </p:txBody>
        </p:sp>
      </p:grpSp>
      <p:grpSp>
        <p:nvGrpSpPr>
          <p:cNvPr id="10" name="Group 13">
            <a:extLst>
              <a:ext uri="{FF2B5EF4-FFF2-40B4-BE49-F238E27FC236}">
                <a16:creationId xmlns:a16="http://schemas.microsoft.com/office/drawing/2014/main" id="{C4CB7FDB-3108-CA3D-0BEA-534857C595E7}"/>
              </a:ext>
            </a:extLst>
          </p:cNvPr>
          <p:cNvGrpSpPr/>
          <p:nvPr/>
        </p:nvGrpSpPr>
        <p:grpSpPr>
          <a:xfrm>
            <a:off x="4869308" y="3799434"/>
            <a:ext cx="477348" cy="463479"/>
            <a:chOff x="0" y="0"/>
            <a:chExt cx="593" cy="584"/>
          </a:xfrm>
        </p:grpSpPr>
        <p:sp>
          <p:nvSpPr>
            <p:cNvPr id="11" name="Oval 14">
              <a:extLst>
                <a:ext uri="{FF2B5EF4-FFF2-40B4-BE49-F238E27FC236}">
                  <a16:creationId xmlns:a16="http://schemas.microsoft.com/office/drawing/2014/main" id="{1636F74D-96E9-0E4D-50DA-5D53BAF5493A}"/>
                </a:ext>
              </a:extLst>
            </p:cNvPr>
            <p:cNvSpPr/>
            <p:nvPr/>
          </p:nvSpPr>
          <p:spPr bwMode="auto">
            <a:xfrm>
              <a:off x="0" y="0"/>
              <a:ext cx="584" cy="584"/>
            </a:xfrm>
            <a:prstGeom prst="ellipse">
              <a:avLst/>
            </a:prstGeom>
            <a:solidFill>
              <a:srgbClr val="1F497D"/>
            </a:solidFill>
            <a:ln>
              <a:noFill/>
            </a:ln>
            <a:extLst>
              <a:ext uri="{91240B29-F687-4F45-9708-019B960494DF}">
                <a14:hiddenLine xmlns:a14="http://schemas.microsoft.com/office/drawing/2010/main" w="25400">
                  <a:solidFill>
                    <a:schemeClr val="tx1"/>
                  </a:solidFill>
                  <a:miter lim="800000"/>
                  <a:headEnd type="none" w="med" len="med"/>
                  <a:tailEnd type="none" w="med" len="med"/>
                </a14:hiddenLine>
              </a:ext>
            </a:extLst>
          </p:spPr>
          <p:txBody>
            <a:bodyPr lIns="0" tIns="0" rIns="0" bIns="0"/>
            <a:lstStyle/>
            <a:p>
              <a:pPr algn="ctr" defTabSz="967740" fontAlgn="base">
                <a:spcBef>
                  <a:spcPct val="0"/>
                </a:spcBef>
                <a:spcAft>
                  <a:spcPct val="0"/>
                </a:spcAft>
                <a:defRPr/>
              </a:pPr>
              <a:endParaRPr lang="en-US" sz="2965" kern="0">
                <a:solidFill>
                  <a:srgbClr val="000000"/>
                </a:solidFill>
                <a:ea typeface="微软雅黑"/>
                <a:sym typeface="Gill Sans" charset="0"/>
              </a:endParaRPr>
            </a:p>
          </p:txBody>
        </p:sp>
        <p:sp>
          <p:nvSpPr>
            <p:cNvPr id="12" name="Rectangle 15">
              <a:extLst>
                <a:ext uri="{FF2B5EF4-FFF2-40B4-BE49-F238E27FC236}">
                  <a16:creationId xmlns:a16="http://schemas.microsoft.com/office/drawing/2014/main" id="{98D21891-D94D-FFDC-9B47-B615D6724E72}"/>
                </a:ext>
              </a:extLst>
            </p:cNvPr>
            <p:cNvSpPr/>
            <p:nvPr/>
          </p:nvSpPr>
          <p:spPr bwMode="auto">
            <a:xfrm>
              <a:off x="9" y="8"/>
              <a:ext cx="584"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normAutofit/>
            </a:bodyPr>
            <a:lstStyle/>
            <a:p>
              <a:pPr algn="ctr" defTabSz="967740" fontAlgn="base">
                <a:spcBef>
                  <a:spcPct val="0"/>
                </a:spcBef>
                <a:spcAft>
                  <a:spcPct val="0"/>
                </a:spcAft>
                <a:defRPr/>
              </a:pPr>
              <a:r>
                <a:rPr lang="vi-VN" altLang="vi-VN" sz="2330" kern="0" dirty="0">
                  <a:solidFill>
                    <a:srgbClr val="FFFFFF"/>
                  </a:solidFill>
                  <a:latin typeface="Noto Sans"/>
                  <a:ea typeface="Noto Sans"/>
                  <a:cs typeface="Lato Light" charset="0"/>
                  <a:sym typeface="Lato Light" charset="0"/>
                </a:rPr>
                <a:t>2</a:t>
              </a:r>
            </a:p>
          </p:txBody>
        </p:sp>
      </p:grpSp>
      <p:grpSp>
        <p:nvGrpSpPr>
          <p:cNvPr id="13" name="Group 13">
            <a:extLst>
              <a:ext uri="{FF2B5EF4-FFF2-40B4-BE49-F238E27FC236}">
                <a16:creationId xmlns:a16="http://schemas.microsoft.com/office/drawing/2014/main" id="{A1C3CD0B-9D51-81F9-7D18-5622E76A517D}"/>
              </a:ext>
            </a:extLst>
          </p:cNvPr>
          <p:cNvGrpSpPr/>
          <p:nvPr/>
        </p:nvGrpSpPr>
        <p:grpSpPr>
          <a:xfrm>
            <a:off x="8227384" y="3799434"/>
            <a:ext cx="470102" cy="463479"/>
            <a:chOff x="0" y="0"/>
            <a:chExt cx="584" cy="584"/>
          </a:xfrm>
        </p:grpSpPr>
        <p:sp>
          <p:nvSpPr>
            <p:cNvPr id="14" name="Oval 14">
              <a:extLst>
                <a:ext uri="{FF2B5EF4-FFF2-40B4-BE49-F238E27FC236}">
                  <a16:creationId xmlns:a16="http://schemas.microsoft.com/office/drawing/2014/main" id="{71886F49-BF59-264F-C831-CDFB1D8FBBD3}"/>
                </a:ext>
              </a:extLst>
            </p:cNvPr>
            <p:cNvSpPr/>
            <p:nvPr/>
          </p:nvSpPr>
          <p:spPr bwMode="auto">
            <a:xfrm>
              <a:off x="0" y="0"/>
              <a:ext cx="584" cy="584"/>
            </a:xfrm>
            <a:prstGeom prst="ellipse">
              <a:avLst/>
            </a:prstGeom>
            <a:solidFill>
              <a:srgbClr val="1F497D"/>
            </a:solidFill>
            <a:ln>
              <a:noFill/>
            </a:ln>
            <a:extLst>
              <a:ext uri="{91240B29-F687-4F45-9708-019B960494DF}">
                <a14:hiddenLine xmlns:a14="http://schemas.microsoft.com/office/drawing/2010/main" w="25400">
                  <a:solidFill>
                    <a:schemeClr val="tx1"/>
                  </a:solidFill>
                  <a:miter lim="800000"/>
                  <a:headEnd type="none" w="med" len="med"/>
                  <a:tailEnd type="none" w="med" len="med"/>
                </a14:hiddenLine>
              </a:ext>
            </a:extLst>
          </p:spPr>
          <p:txBody>
            <a:bodyPr lIns="0" tIns="0" rIns="0" bIns="0"/>
            <a:lstStyle/>
            <a:p>
              <a:pPr algn="ctr" defTabSz="967740" fontAlgn="base">
                <a:spcBef>
                  <a:spcPct val="0"/>
                </a:spcBef>
                <a:spcAft>
                  <a:spcPct val="0"/>
                </a:spcAft>
                <a:defRPr/>
              </a:pPr>
              <a:endParaRPr lang="en-US" sz="2965" kern="0">
                <a:solidFill>
                  <a:srgbClr val="000000"/>
                </a:solidFill>
                <a:ea typeface="微软雅黑"/>
                <a:sym typeface="Gill Sans" charset="0"/>
              </a:endParaRPr>
            </a:p>
          </p:txBody>
        </p:sp>
        <p:sp>
          <p:nvSpPr>
            <p:cNvPr id="15" name="Rectangle 15">
              <a:extLst>
                <a:ext uri="{FF2B5EF4-FFF2-40B4-BE49-F238E27FC236}">
                  <a16:creationId xmlns:a16="http://schemas.microsoft.com/office/drawing/2014/main" id="{FBE5DC88-AE10-1315-CB95-535004273799}"/>
                </a:ext>
              </a:extLst>
            </p:cNvPr>
            <p:cNvSpPr/>
            <p:nvPr/>
          </p:nvSpPr>
          <p:spPr bwMode="auto">
            <a:xfrm>
              <a:off x="0" y="8"/>
              <a:ext cx="584"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normAutofit/>
            </a:bodyPr>
            <a:lstStyle/>
            <a:p>
              <a:pPr algn="ctr" defTabSz="967740" fontAlgn="base">
                <a:spcBef>
                  <a:spcPct val="0"/>
                </a:spcBef>
                <a:spcAft>
                  <a:spcPct val="0"/>
                </a:spcAft>
                <a:defRPr/>
              </a:pPr>
              <a:r>
                <a:rPr lang="vi-VN" altLang="vi-VN" sz="2330" kern="0">
                  <a:solidFill>
                    <a:srgbClr val="FFFFFF"/>
                  </a:solidFill>
                  <a:latin typeface="Noto Sans"/>
                  <a:ea typeface="Noto Sans"/>
                  <a:cs typeface="Lato Light" charset="0"/>
                  <a:sym typeface="Lato Light" charset="0"/>
                </a:rPr>
                <a:t>3</a:t>
              </a:r>
            </a:p>
          </p:txBody>
        </p:sp>
      </p:grpSp>
      <p:sp>
        <p:nvSpPr>
          <p:cNvPr id="16" name="TextBox 23">
            <a:extLst>
              <a:ext uri="{FF2B5EF4-FFF2-40B4-BE49-F238E27FC236}">
                <a16:creationId xmlns:a16="http://schemas.microsoft.com/office/drawing/2014/main" id="{4268D1AA-9CD7-9C10-9550-8C81A1D6FB38}"/>
              </a:ext>
            </a:extLst>
          </p:cNvPr>
          <p:cNvSpPr txBox="1"/>
          <p:nvPr/>
        </p:nvSpPr>
        <p:spPr>
          <a:xfrm>
            <a:off x="5432032" y="3738340"/>
            <a:ext cx="2663272" cy="2009220"/>
          </a:xfrm>
          <a:prstGeom prst="rect">
            <a:avLst/>
          </a:prstGeom>
          <a:noFill/>
        </p:spPr>
        <p:txBody>
          <a:bodyPr wrap="square" rtlCol="0">
            <a:noAutofit/>
          </a:bodyPr>
          <a:lstStyle/>
          <a:p>
            <a:pPr algn="just">
              <a:lnSpc>
                <a:spcPct val="120000"/>
              </a:lnSpc>
            </a:pP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Là</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mô</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hình</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kiến</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trúc</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không</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thể</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thiếu</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khi</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phát</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triển</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website.</a:t>
            </a:r>
          </a:p>
        </p:txBody>
      </p:sp>
      <p:pic>
        <p:nvPicPr>
          <p:cNvPr id="17" name="Picture 8">
            <a:extLst>
              <a:ext uri="{FF2B5EF4-FFF2-40B4-BE49-F238E27FC236}">
                <a16:creationId xmlns:a16="http://schemas.microsoft.com/office/drawing/2014/main" id="{09DECEA9-6B02-B308-0545-33936ECCBB1B}"/>
              </a:ext>
            </a:extLst>
          </p:cNvPr>
          <p:cNvPicPr>
            <a:picLocks noChangeAspect="1"/>
          </p:cNvPicPr>
          <p:nvPr/>
        </p:nvPicPr>
        <p:blipFill>
          <a:blip r:embed="rId3"/>
          <a:srcRect/>
          <a:stretch>
            <a:fillRect/>
          </a:stretch>
        </p:blipFill>
        <p:spPr>
          <a:xfrm>
            <a:off x="1230215" y="1301243"/>
            <a:ext cx="3682241" cy="1842694"/>
          </a:xfrm>
          <a:prstGeom prst="ellipse">
            <a:avLst/>
          </a:prstGeom>
          <a:ln>
            <a:solidFill>
              <a:schemeClr val="tx1"/>
            </a:solidFill>
          </a:ln>
          <a:effectLst>
            <a:softEdge rad="112500"/>
          </a:effectLst>
        </p:spPr>
      </p:pic>
      <p:pic>
        <p:nvPicPr>
          <p:cNvPr id="18" name="Picture 8">
            <a:extLst>
              <a:ext uri="{FF2B5EF4-FFF2-40B4-BE49-F238E27FC236}">
                <a16:creationId xmlns:a16="http://schemas.microsoft.com/office/drawing/2014/main" id="{0CAE3F41-8D08-57AB-481C-3F1E140E739F}"/>
              </a:ext>
            </a:extLst>
          </p:cNvPr>
          <p:cNvPicPr>
            <a:picLocks noChangeAspect="1"/>
          </p:cNvPicPr>
          <p:nvPr/>
        </p:nvPicPr>
        <p:blipFill>
          <a:blip r:embed="rId4"/>
          <a:srcRect/>
          <a:stretch>
            <a:fillRect/>
          </a:stretch>
        </p:blipFill>
        <p:spPr>
          <a:xfrm>
            <a:off x="5315983" y="1372363"/>
            <a:ext cx="2779321" cy="1706687"/>
          </a:xfrm>
          <a:prstGeom prst="rect">
            <a:avLst/>
          </a:prstGeom>
        </p:spPr>
      </p:pic>
      <p:sp>
        <p:nvSpPr>
          <p:cNvPr id="19" name="TextBox 23">
            <a:extLst>
              <a:ext uri="{FF2B5EF4-FFF2-40B4-BE49-F238E27FC236}">
                <a16:creationId xmlns:a16="http://schemas.microsoft.com/office/drawing/2014/main" id="{4DBBB952-504E-CAF4-8C41-77CB94959C29}"/>
              </a:ext>
            </a:extLst>
          </p:cNvPr>
          <p:cNvSpPr txBox="1"/>
          <p:nvPr/>
        </p:nvSpPr>
        <p:spPr>
          <a:xfrm>
            <a:off x="1896340" y="3627217"/>
            <a:ext cx="2612665" cy="2009220"/>
          </a:xfrm>
          <a:prstGeom prst="rect">
            <a:avLst/>
          </a:prstGeom>
          <a:noFill/>
        </p:spPr>
        <p:txBody>
          <a:bodyPr wrap="square" rtlCol="0">
            <a:noAutofit/>
          </a:bodyPr>
          <a:lstStyle/>
          <a:p>
            <a:pPr algn="just">
              <a:lnSpc>
                <a:spcPct val="120000"/>
              </a:lnSpc>
            </a:pP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Được</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ra</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mắt</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lần</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đầu</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tiên</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vào</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tháng</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6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năm</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2011.</a:t>
            </a:r>
          </a:p>
          <a:p>
            <a:pPr algn="just">
              <a:lnSpc>
                <a:spcPct val="120000"/>
              </a:lnSpc>
            </a:pP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Là</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Framework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phổ</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biến</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bậc</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nhất</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đối</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với</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các</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lập</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trình</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viên</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vì</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hỗ</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trợ</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thư</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viện</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đồ</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sộ</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a:t>
            </a:r>
          </a:p>
          <a:p>
            <a:pPr algn="just">
              <a:lnSpc>
                <a:spcPct val="120000"/>
              </a:lnSpc>
            </a:pP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Cấu</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trúc</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rõ</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ràng</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chặt</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chẽ</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cũng</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là</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điểm</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mạnh</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để</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Laravel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được</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tin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dùng</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a:t>
            </a:r>
          </a:p>
        </p:txBody>
      </p:sp>
      <p:pic>
        <p:nvPicPr>
          <p:cNvPr id="20" name="Picture 19" descr="A logo of a dolphin&#10;&#10;Description automatically generated">
            <a:extLst>
              <a:ext uri="{FF2B5EF4-FFF2-40B4-BE49-F238E27FC236}">
                <a16:creationId xmlns:a16="http://schemas.microsoft.com/office/drawing/2014/main" id="{D4F57A03-41C7-589F-E27E-AD1330D3BC2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93523" y="1335898"/>
            <a:ext cx="2779322" cy="1735812"/>
          </a:xfrm>
          <a:prstGeom prst="rect">
            <a:avLst/>
          </a:prstGeom>
        </p:spPr>
      </p:pic>
      <p:sp>
        <p:nvSpPr>
          <p:cNvPr id="21" name="TextBox 23">
            <a:extLst>
              <a:ext uri="{FF2B5EF4-FFF2-40B4-BE49-F238E27FC236}">
                <a16:creationId xmlns:a16="http://schemas.microsoft.com/office/drawing/2014/main" id="{7B914494-AA63-2337-0DFD-2CD15787F666}"/>
              </a:ext>
            </a:extLst>
          </p:cNvPr>
          <p:cNvSpPr txBox="1"/>
          <p:nvPr/>
        </p:nvSpPr>
        <p:spPr>
          <a:xfrm>
            <a:off x="8816718" y="3695502"/>
            <a:ext cx="2656127" cy="2009220"/>
          </a:xfrm>
          <a:prstGeom prst="rect">
            <a:avLst/>
          </a:prstGeom>
          <a:noFill/>
        </p:spPr>
        <p:txBody>
          <a:bodyPr wrap="square" rtlCol="0">
            <a:noAutofit/>
          </a:bodyPr>
          <a:lstStyle/>
          <a:p>
            <a:pPr algn="just">
              <a:lnSpc>
                <a:spcPct val="120000"/>
              </a:lnSpc>
            </a:pP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Được</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ra</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mắt</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lần</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đầu</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tiên</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vào</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năm</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1994.</a:t>
            </a:r>
          </a:p>
          <a:p>
            <a:pPr algn="just">
              <a:lnSpc>
                <a:spcPct val="120000"/>
              </a:lnSpc>
            </a:pP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Là</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hệ</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quản</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trị</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CSDL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phổ</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biến</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bậc</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nhất</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hiện</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tại</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trong</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việc</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lưu</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trữ</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triển</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khai</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cơ</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sở</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dữ</a:t>
            </a:r>
            <a:r>
              <a:rPr lang="en-US" altLang="zh-CN" sz="1400" dirty="0">
                <a:latin typeface="Times New Roman" panose="02020603050405020304" pitchFamily="18" charset="0"/>
                <a:ea typeface="微软雅黑"/>
                <a:cs typeface="Times New Roman" panose="02020603050405020304" pitchFamily="18" charset="0"/>
                <a:sym typeface="庞门正道标题体" charset="0"/>
              </a:rPr>
              <a:t> </a:t>
            </a:r>
            <a:r>
              <a:rPr lang="en-US" altLang="zh-CN" sz="1400" dirty="0" err="1">
                <a:latin typeface="Times New Roman" panose="02020603050405020304" pitchFamily="18" charset="0"/>
                <a:ea typeface="微软雅黑"/>
                <a:cs typeface="Times New Roman" panose="02020603050405020304" pitchFamily="18" charset="0"/>
                <a:sym typeface="庞门正道标题体" charset="0"/>
              </a:rPr>
              <a:t>liệu</a:t>
            </a:r>
            <a:endParaRPr lang="en-US" altLang="zh-CN" sz="1400" dirty="0">
              <a:latin typeface="Times New Roman" panose="02020603050405020304" pitchFamily="18" charset="0"/>
              <a:ea typeface="微软雅黑"/>
              <a:cs typeface="Times New Roman" panose="02020603050405020304" pitchFamily="18" charset="0"/>
              <a:sym typeface="庞门正道标题体" charset="0"/>
            </a:endParaRPr>
          </a:p>
        </p:txBody>
      </p:sp>
      <p:sp>
        <p:nvSpPr>
          <p:cNvPr id="22" name="矩形 11">
            <a:extLst>
              <a:ext uri="{FF2B5EF4-FFF2-40B4-BE49-F238E27FC236}">
                <a16:creationId xmlns:a16="http://schemas.microsoft.com/office/drawing/2014/main" id="{9654C2A3-6BC9-0AE0-A7D7-6512EF122061}"/>
              </a:ext>
            </a:extLst>
          </p:cNvPr>
          <p:cNvSpPr/>
          <p:nvPr/>
        </p:nvSpPr>
        <p:spPr>
          <a:xfrm>
            <a:off x="1844975" y="3589514"/>
            <a:ext cx="2732671" cy="2231934"/>
          </a:xfrm>
          <a:prstGeom prst="rect">
            <a:avLst/>
          </a:prstGeom>
          <a:noFill/>
          <a:ln>
            <a:solidFill>
              <a:srgbClr val="2156A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a:solidFill>
                <a:schemeClr val="bg1"/>
              </a:solidFill>
            </a:endParaRPr>
          </a:p>
        </p:txBody>
      </p:sp>
      <p:sp>
        <p:nvSpPr>
          <p:cNvPr id="23" name="矩形 11">
            <a:extLst>
              <a:ext uri="{FF2B5EF4-FFF2-40B4-BE49-F238E27FC236}">
                <a16:creationId xmlns:a16="http://schemas.microsoft.com/office/drawing/2014/main" id="{89796513-8CFE-12E0-FB7C-C8B64F8A1B97}"/>
              </a:ext>
            </a:extLst>
          </p:cNvPr>
          <p:cNvSpPr/>
          <p:nvPr/>
        </p:nvSpPr>
        <p:spPr>
          <a:xfrm>
            <a:off x="5409337" y="3584145"/>
            <a:ext cx="2732671" cy="2231934"/>
          </a:xfrm>
          <a:prstGeom prst="rect">
            <a:avLst/>
          </a:prstGeom>
          <a:noFill/>
          <a:ln>
            <a:solidFill>
              <a:srgbClr val="2156A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a:solidFill>
                <a:schemeClr val="bg1"/>
              </a:solidFill>
            </a:endParaRPr>
          </a:p>
        </p:txBody>
      </p:sp>
      <p:sp>
        <p:nvSpPr>
          <p:cNvPr id="24" name="矩形 11">
            <a:extLst>
              <a:ext uri="{FF2B5EF4-FFF2-40B4-BE49-F238E27FC236}">
                <a16:creationId xmlns:a16="http://schemas.microsoft.com/office/drawing/2014/main" id="{BF199912-F66F-3770-AE68-6EA9ADF0CEE6}"/>
              </a:ext>
            </a:extLst>
          </p:cNvPr>
          <p:cNvSpPr/>
          <p:nvPr/>
        </p:nvSpPr>
        <p:spPr>
          <a:xfrm>
            <a:off x="8802363" y="3584145"/>
            <a:ext cx="2732671" cy="2231934"/>
          </a:xfrm>
          <a:prstGeom prst="rect">
            <a:avLst/>
          </a:prstGeom>
          <a:noFill/>
          <a:ln>
            <a:solidFill>
              <a:srgbClr val="2156A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p7"/>
          <p:cNvSpPr/>
          <p:nvPr/>
        </p:nvSpPr>
        <p:spPr>
          <a:xfrm>
            <a:off x="1910520" y="437040"/>
            <a:ext cx="9156960" cy="45612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dirty="0">
                <a:solidFill>
                  <a:srgbClr val="202020"/>
                </a:solidFill>
                <a:latin typeface="Calibri"/>
                <a:ea typeface="Calibri"/>
                <a:cs typeface="Calibri"/>
                <a:sym typeface="Calibri"/>
              </a:rPr>
              <a:t>CÔNG NGHỆ VÀ NGÔN NGỮ SỬ DỤNG</a:t>
            </a:r>
            <a:endParaRPr sz="2400" b="0" strike="noStrike" dirty="0">
              <a:solidFill>
                <a:srgbClr val="202020"/>
              </a:solidFill>
              <a:latin typeface="Arial"/>
              <a:ea typeface="Arial"/>
              <a:cs typeface="Arial"/>
              <a:sym typeface="Arial"/>
            </a:endParaRPr>
          </a:p>
        </p:txBody>
      </p:sp>
      <p:sp>
        <p:nvSpPr>
          <p:cNvPr id="629" name="Google Shape;629;p7"/>
          <p:cNvSpPr txBox="1"/>
          <p:nvPr/>
        </p:nvSpPr>
        <p:spPr>
          <a:xfrm>
            <a:off x="152400" y="6242200"/>
            <a:ext cx="2590800" cy="3651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Đồ án tốt nghiệp</a:t>
            </a:r>
            <a:endParaRPr sz="1800">
              <a:solidFill>
                <a:schemeClr val="dk1"/>
              </a:solidFill>
              <a:latin typeface="Arial"/>
              <a:ea typeface="Arial"/>
              <a:cs typeface="Arial"/>
              <a:sym typeface="Arial"/>
            </a:endParaRPr>
          </a:p>
        </p:txBody>
      </p:sp>
      <p:pic>
        <p:nvPicPr>
          <p:cNvPr id="3" name="Picture 2" descr="A computer keyboard with text overlay&#10;&#10;Description automatically generated">
            <a:extLst>
              <a:ext uri="{FF2B5EF4-FFF2-40B4-BE49-F238E27FC236}">
                <a16:creationId xmlns:a16="http://schemas.microsoft.com/office/drawing/2014/main" id="{DB38CDE6-0116-2DDC-10DC-2F60F0E3D922}"/>
              </a:ext>
            </a:extLst>
          </p:cNvPr>
          <p:cNvPicPr>
            <a:picLocks noChangeAspect="1"/>
          </p:cNvPicPr>
          <p:nvPr/>
        </p:nvPicPr>
        <p:blipFill>
          <a:blip r:embed="rId3">
            <a:extLst>
              <a:ext uri="{28A0092B-C50C-407E-A947-70E740481C1C}">
                <a14:useLocalDpi xmlns:a14="http://schemas.microsoft.com/office/drawing/2010/main" val="0"/>
              </a:ext>
            </a:extLst>
          </a:blip>
          <a:srcRect l="10561" r="22722" b="-7"/>
          <a:stretch/>
        </p:blipFill>
        <p:spPr>
          <a:xfrm>
            <a:off x="6655981" y="10"/>
            <a:ext cx="5534495" cy="6719767"/>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4" name="TextBox 16">
            <a:extLst>
              <a:ext uri="{FF2B5EF4-FFF2-40B4-BE49-F238E27FC236}">
                <a16:creationId xmlns:a16="http://schemas.microsoft.com/office/drawing/2014/main" id="{AA6F3208-4390-FECC-E3E5-56D164DA31E1}"/>
              </a:ext>
            </a:extLst>
          </p:cNvPr>
          <p:cNvSpPr txBox="1"/>
          <p:nvPr/>
        </p:nvSpPr>
        <p:spPr>
          <a:xfrm>
            <a:off x="497596" y="2062935"/>
            <a:ext cx="5145244" cy="2466292"/>
          </a:xfrm>
          <a:prstGeom prst="rect">
            <a:avLst/>
          </a:prstGeom>
        </p:spPr>
        <p:txBody>
          <a:bodyPr vert="horz" lIns="91440" tIns="45720" rIns="91440" bIns="45720" rtlCol="0">
            <a:noAutofit/>
          </a:bodyPr>
          <a:lstStyle/>
          <a:p>
            <a:pPr marL="400050" indent="-342900" algn="just">
              <a:spcAft>
                <a:spcPts val="600"/>
              </a:spcAft>
              <a:buFont typeface="Arial" panose="020B0604020202020204" pitchFamily="34" charset="0"/>
              <a:buChar char="•"/>
            </a:pPr>
            <a:r>
              <a:rPr lang="en-US" altLang="zh-CN" sz="2200" dirty="0" err="1">
                <a:latin typeface="Times New Roman" panose="02020603050405020304" pitchFamily="18" charset="0"/>
                <a:cs typeface="Times New Roman" panose="02020603050405020304" pitchFamily="18" charset="0"/>
              </a:rPr>
              <a:t>Được</a:t>
            </a:r>
            <a:r>
              <a:rPr lang="en-US" altLang="zh-CN" sz="2200" dirty="0">
                <a:latin typeface="Times New Roman" panose="02020603050405020304" pitchFamily="18" charset="0"/>
                <a:cs typeface="Times New Roman" panose="02020603050405020304" pitchFamily="18" charset="0"/>
              </a:rPr>
              <a:t> </a:t>
            </a:r>
            <a:r>
              <a:rPr lang="en-US" altLang="zh-CN" sz="2200" dirty="0" err="1">
                <a:latin typeface="Times New Roman" panose="02020603050405020304" pitchFamily="18" charset="0"/>
                <a:cs typeface="Times New Roman" panose="02020603050405020304" pitchFamily="18" charset="0"/>
              </a:rPr>
              <a:t>ra</a:t>
            </a:r>
            <a:r>
              <a:rPr lang="en-US" altLang="zh-CN" sz="2200" dirty="0">
                <a:latin typeface="Times New Roman" panose="02020603050405020304" pitchFamily="18" charset="0"/>
                <a:cs typeface="Times New Roman" panose="02020603050405020304" pitchFamily="18" charset="0"/>
              </a:rPr>
              <a:t> </a:t>
            </a:r>
            <a:r>
              <a:rPr lang="en-US" altLang="zh-CN" sz="2200" dirty="0" err="1">
                <a:latin typeface="Times New Roman" panose="02020603050405020304" pitchFamily="18" charset="0"/>
                <a:cs typeface="Times New Roman" panose="02020603050405020304" pitchFamily="18" charset="0"/>
              </a:rPr>
              <a:t>mắt</a:t>
            </a:r>
            <a:r>
              <a:rPr lang="en-US" altLang="zh-CN" sz="2200" dirty="0">
                <a:latin typeface="Times New Roman" panose="02020603050405020304" pitchFamily="18" charset="0"/>
                <a:cs typeface="Times New Roman" panose="02020603050405020304" pitchFamily="18" charset="0"/>
              </a:rPr>
              <a:t> </a:t>
            </a:r>
            <a:r>
              <a:rPr lang="en-US" altLang="zh-CN" sz="2200" dirty="0" err="1">
                <a:latin typeface="Times New Roman" panose="02020603050405020304" pitchFamily="18" charset="0"/>
                <a:cs typeface="Times New Roman" panose="02020603050405020304" pitchFamily="18" charset="0"/>
              </a:rPr>
              <a:t>lần</a:t>
            </a:r>
            <a:r>
              <a:rPr lang="en-US" altLang="zh-CN" sz="2200" dirty="0">
                <a:latin typeface="Times New Roman" panose="02020603050405020304" pitchFamily="18" charset="0"/>
                <a:cs typeface="Times New Roman" panose="02020603050405020304" pitchFamily="18" charset="0"/>
              </a:rPr>
              <a:t> </a:t>
            </a:r>
            <a:r>
              <a:rPr lang="en-US" altLang="zh-CN" sz="2200" dirty="0" err="1">
                <a:latin typeface="Times New Roman" panose="02020603050405020304" pitchFamily="18" charset="0"/>
                <a:cs typeface="Times New Roman" panose="02020603050405020304" pitchFamily="18" charset="0"/>
              </a:rPr>
              <a:t>đầu</a:t>
            </a:r>
            <a:r>
              <a:rPr lang="en-US" altLang="zh-CN" sz="2200" dirty="0">
                <a:latin typeface="Times New Roman" panose="02020603050405020304" pitchFamily="18" charset="0"/>
                <a:cs typeface="Times New Roman" panose="02020603050405020304" pitchFamily="18" charset="0"/>
              </a:rPr>
              <a:t> </a:t>
            </a:r>
            <a:r>
              <a:rPr lang="en-US" altLang="zh-CN" sz="2200" dirty="0" err="1">
                <a:latin typeface="Times New Roman" panose="02020603050405020304" pitchFamily="18" charset="0"/>
                <a:cs typeface="Times New Roman" panose="02020603050405020304" pitchFamily="18" charset="0"/>
              </a:rPr>
              <a:t>tiên</a:t>
            </a:r>
            <a:r>
              <a:rPr lang="en-US" altLang="zh-CN" sz="2200" dirty="0">
                <a:latin typeface="Times New Roman" panose="02020603050405020304" pitchFamily="18" charset="0"/>
                <a:cs typeface="Times New Roman" panose="02020603050405020304" pitchFamily="18" charset="0"/>
              </a:rPr>
              <a:t> </a:t>
            </a:r>
            <a:r>
              <a:rPr lang="en-US" altLang="zh-CN" sz="2200" dirty="0" err="1">
                <a:latin typeface="Times New Roman" panose="02020603050405020304" pitchFamily="18" charset="0"/>
                <a:cs typeface="Times New Roman" panose="02020603050405020304" pitchFamily="18" charset="0"/>
              </a:rPr>
              <a:t>vào</a:t>
            </a:r>
            <a:r>
              <a:rPr lang="en-US" altLang="zh-CN" sz="2200" dirty="0">
                <a:latin typeface="Times New Roman" panose="02020603050405020304" pitchFamily="18" charset="0"/>
                <a:cs typeface="Times New Roman" panose="02020603050405020304" pitchFamily="18" charset="0"/>
              </a:rPr>
              <a:t> </a:t>
            </a:r>
            <a:r>
              <a:rPr lang="en-US" altLang="zh-CN" sz="2200" dirty="0" err="1">
                <a:latin typeface="Times New Roman" panose="02020603050405020304" pitchFamily="18" charset="0"/>
                <a:cs typeface="Times New Roman" panose="02020603050405020304" pitchFamily="18" charset="0"/>
              </a:rPr>
              <a:t>năm</a:t>
            </a:r>
            <a:r>
              <a:rPr lang="en-US" altLang="zh-CN" sz="2200" dirty="0">
                <a:latin typeface="Times New Roman" panose="02020603050405020304" pitchFamily="18" charset="0"/>
                <a:cs typeface="Times New Roman" panose="02020603050405020304" pitchFamily="18" charset="0"/>
              </a:rPr>
              <a:t> 1994. </a:t>
            </a:r>
          </a:p>
          <a:p>
            <a:pPr marL="400050" indent="-342900" algn="just">
              <a:spcAft>
                <a:spcPts val="600"/>
              </a:spcAft>
              <a:buFont typeface="Arial" panose="020B0604020202020204" pitchFamily="34" charset="0"/>
              <a:buChar char="•"/>
            </a:pPr>
            <a:r>
              <a:rPr lang="en-US" altLang="zh-CN" sz="2200" dirty="0" err="1">
                <a:latin typeface="Times New Roman" panose="02020603050405020304" pitchFamily="18" charset="0"/>
                <a:cs typeface="Times New Roman" panose="02020603050405020304" pitchFamily="18" charset="0"/>
              </a:rPr>
              <a:t>Là</a:t>
            </a:r>
            <a:r>
              <a:rPr lang="en-US" altLang="zh-CN" sz="2200" dirty="0">
                <a:latin typeface="Times New Roman" panose="02020603050405020304" pitchFamily="18" charset="0"/>
                <a:cs typeface="Times New Roman" panose="02020603050405020304" pitchFamily="18" charset="0"/>
              </a:rPr>
              <a:t> </a:t>
            </a:r>
            <a:r>
              <a:rPr lang="en-US" altLang="zh-CN" sz="2200" dirty="0" err="1">
                <a:latin typeface="Times New Roman" panose="02020603050405020304" pitchFamily="18" charset="0"/>
                <a:cs typeface="Times New Roman" panose="02020603050405020304" pitchFamily="18" charset="0"/>
              </a:rPr>
              <a:t>ngôn</a:t>
            </a:r>
            <a:r>
              <a:rPr lang="en-US" altLang="zh-CN" sz="2200" dirty="0">
                <a:latin typeface="Times New Roman" panose="02020603050405020304" pitchFamily="18" charset="0"/>
                <a:cs typeface="Times New Roman" panose="02020603050405020304" pitchFamily="18" charset="0"/>
              </a:rPr>
              <a:t> </a:t>
            </a:r>
            <a:r>
              <a:rPr lang="en-US" altLang="zh-CN" sz="2200" dirty="0" err="1">
                <a:latin typeface="Times New Roman" panose="02020603050405020304" pitchFamily="18" charset="0"/>
                <a:cs typeface="Times New Roman" panose="02020603050405020304" pitchFamily="18" charset="0"/>
              </a:rPr>
              <a:t>ngữ</a:t>
            </a:r>
            <a:r>
              <a:rPr lang="en-US" altLang="zh-CN" sz="2200" dirty="0">
                <a:latin typeface="Times New Roman" panose="02020603050405020304" pitchFamily="18" charset="0"/>
                <a:cs typeface="Times New Roman" panose="02020603050405020304" pitchFamily="18" charset="0"/>
              </a:rPr>
              <a:t> </a:t>
            </a:r>
            <a:r>
              <a:rPr lang="en-US" altLang="zh-CN" sz="2200" dirty="0" err="1">
                <a:latin typeface="Times New Roman" panose="02020603050405020304" pitchFamily="18" charset="0"/>
                <a:cs typeface="Times New Roman" panose="02020603050405020304" pitchFamily="18" charset="0"/>
              </a:rPr>
              <a:t>lập</a:t>
            </a:r>
            <a:r>
              <a:rPr lang="en-US" altLang="zh-CN" sz="2200" dirty="0">
                <a:latin typeface="Times New Roman" panose="02020603050405020304" pitchFamily="18" charset="0"/>
                <a:cs typeface="Times New Roman" panose="02020603050405020304" pitchFamily="18" charset="0"/>
              </a:rPr>
              <a:t> </a:t>
            </a:r>
            <a:r>
              <a:rPr lang="en-US" altLang="zh-CN" sz="2200" dirty="0" err="1">
                <a:latin typeface="Times New Roman" panose="02020603050405020304" pitchFamily="18" charset="0"/>
                <a:cs typeface="Times New Roman" panose="02020603050405020304" pitchFamily="18" charset="0"/>
              </a:rPr>
              <a:t>trình</a:t>
            </a:r>
            <a:r>
              <a:rPr lang="en-US" altLang="zh-CN" sz="2200" dirty="0">
                <a:latin typeface="Times New Roman" panose="02020603050405020304" pitchFamily="18" charset="0"/>
                <a:cs typeface="Times New Roman" panose="02020603050405020304" pitchFamily="18" charset="0"/>
              </a:rPr>
              <a:t> </a:t>
            </a:r>
            <a:r>
              <a:rPr lang="en-US" altLang="zh-CN" sz="2200" dirty="0" err="1">
                <a:latin typeface="Times New Roman" panose="02020603050405020304" pitchFamily="18" charset="0"/>
                <a:cs typeface="Times New Roman" panose="02020603050405020304" pitchFamily="18" charset="0"/>
              </a:rPr>
              <a:t>phù</a:t>
            </a:r>
            <a:r>
              <a:rPr lang="en-US" altLang="zh-CN" sz="2200" dirty="0">
                <a:latin typeface="Times New Roman" panose="02020603050405020304" pitchFamily="18" charset="0"/>
                <a:cs typeface="Times New Roman" panose="02020603050405020304" pitchFamily="18" charset="0"/>
              </a:rPr>
              <a:t> </a:t>
            </a:r>
            <a:r>
              <a:rPr lang="en-US" altLang="zh-CN" sz="2200" dirty="0" err="1">
                <a:latin typeface="Times New Roman" panose="02020603050405020304" pitchFamily="18" charset="0"/>
                <a:cs typeface="Times New Roman" panose="02020603050405020304" pitchFamily="18" charset="0"/>
              </a:rPr>
              <a:t>hợp</a:t>
            </a:r>
            <a:r>
              <a:rPr lang="en-US" altLang="zh-CN" sz="2200" dirty="0">
                <a:latin typeface="Times New Roman" panose="02020603050405020304" pitchFamily="18" charset="0"/>
                <a:cs typeface="Times New Roman" panose="02020603050405020304" pitchFamily="18" charset="0"/>
              </a:rPr>
              <a:t> </a:t>
            </a:r>
            <a:r>
              <a:rPr lang="en-US" altLang="zh-CN" sz="2200" dirty="0" err="1">
                <a:latin typeface="Times New Roman" panose="02020603050405020304" pitchFamily="18" charset="0"/>
                <a:cs typeface="Times New Roman" panose="02020603050405020304" pitchFamily="18" charset="0"/>
              </a:rPr>
              <a:t>với</a:t>
            </a:r>
            <a:r>
              <a:rPr lang="en-US" altLang="zh-CN" sz="2200" dirty="0">
                <a:latin typeface="Times New Roman" panose="02020603050405020304" pitchFamily="18" charset="0"/>
                <a:cs typeface="Times New Roman" panose="02020603050405020304" pitchFamily="18" charset="0"/>
              </a:rPr>
              <a:t> </a:t>
            </a:r>
            <a:r>
              <a:rPr lang="en-US" altLang="zh-CN" sz="2200" dirty="0" err="1">
                <a:latin typeface="Times New Roman" panose="02020603050405020304" pitchFamily="18" charset="0"/>
                <a:cs typeface="Times New Roman" panose="02020603050405020304" pitchFamily="18" charset="0"/>
              </a:rPr>
              <a:t>việc</a:t>
            </a:r>
            <a:r>
              <a:rPr lang="en-US" altLang="zh-CN" sz="2200" dirty="0">
                <a:latin typeface="Times New Roman" panose="02020603050405020304" pitchFamily="18" charset="0"/>
                <a:cs typeface="Times New Roman" panose="02020603050405020304" pitchFamily="18" charset="0"/>
              </a:rPr>
              <a:t> </a:t>
            </a:r>
            <a:r>
              <a:rPr lang="en-US" altLang="zh-CN" sz="2200" dirty="0" err="1">
                <a:latin typeface="Times New Roman" panose="02020603050405020304" pitchFamily="18" charset="0"/>
                <a:cs typeface="Times New Roman" panose="02020603050405020304" pitchFamily="18" charset="0"/>
              </a:rPr>
              <a:t>phát</a:t>
            </a:r>
            <a:r>
              <a:rPr lang="en-US" altLang="zh-CN" sz="2200" dirty="0">
                <a:latin typeface="Times New Roman" panose="02020603050405020304" pitchFamily="18" charset="0"/>
                <a:cs typeface="Times New Roman" panose="02020603050405020304" pitchFamily="18" charset="0"/>
              </a:rPr>
              <a:t> </a:t>
            </a:r>
            <a:r>
              <a:rPr lang="en-US" altLang="zh-CN" sz="2200" dirty="0" err="1">
                <a:latin typeface="Times New Roman" panose="02020603050405020304" pitchFamily="18" charset="0"/>
                <a:cs typeface="Times New Roman" panose="02020603050405020304" pitchFamily="18" charset="0"/>
              </a:rPr>
              <a:t>triển</a:t>
            </a:r>
            <a:r>
              <a:rPr lang="en-US" altLang="zh-CN" sz="2200" dirty="0">
                <a:latin typeface="Times New Roman" panose="02020603050405020304" pitchFamily="18" charset="0"/>
                <a:cs typeface="Times New Roman" panose="02020603050405020304" pitchFamily="18" charset="0"/>
              </a:rPr>
              <a:t> website do </a:t>
            </a:r>
            <a:r>
              <a:rPr lang="en-US" altLang="zh-CN" sz="2200" dirty="0" err="1">
                <a:latin typeface="Times New Roman" panose="02020603050405020304" pitchFamily="18" charset="0"/>
                <a:cs typeface="Times New Roman" panose="02020603050405020304" pitchFamily="18" charset="0"/>
              </a:rPr>
              <a:t>phục</a:t>
            </a:r>
            <a:r>
              <a:rPr lang="en-US" altLang="zh-CN" sz="2200" dirty="0">
                <a:latin typeface="Times New Roman" panose="02020603050405020304" pitchFamily="18" charset="0"/>
                <a:cs typeface="Times New Roman" panose="02020603050405020304" pitchFamily="18" charset="0"/>
              </a:rPr>
              <a:t> </a:t>
            </a:r>
            <a:r>
              <a:rPr lang="en-US" altLang="zh-CN" sz="2200" dirty="0" err="1">
                <a:latin typeface="Times New Roman" panose="02020603050405020304" pitchFamily="18" charset="0"/>
                <a:cs typeface="Times New Roman" panose="02020603050405020304" pitchFamily="18" charset="0"/>
              </a:rPr>
              <a:t>vụ</a:t>
            </a:r>
            <a:r>
              <a:rPr lang="en-US" altLang="zh-CN" sz="2200" dirty="0">
                <a:latin typeface="Times New Roman" panose="02020603050405020304" pitchFamily="18" charset="0"/>
                <a:cs typeface="Times New Roman" panose="02020603050405020304" pitchFamily="18" charset="0"/>
              </a:rPr>
              <a:t> </a:t>
            </a:r>
            <a:r>
              <a:rPr lang="en-US" altLang="zh-CN" sz="2200" dirty="0" err="1">
                <a:latin typeface="Times New Roman" panose="02020603050405020304" pitchFamily="18" charset="0"/>
                <a:cs typeface="Times New Roman" panose="02020603050405020304" pitchFamily="18" charset="0"/>
              </a:rPr>
              <a:t>mô</a:t>
            </a:r>
            <a:r>
              <a:rPr lang="en-US" altLang="zh-CN" sz="2200" dirty="0">
                <a:latin typeface="Times New Roman" panose="02020603050405020304" pitchFamily="18" charset="0"/>
                <a:cs typeface="Times New Roman" panose="02020603050405020304" pitchFamily="18" charset="0"/>
              </a:rPr>
              <a:t> </a:t>
            </a:r>
            <a:r>
              <a:rPr lang="en-US" altLang="zh-CN" sz="2200" dirty="0" err="1">
                <a:latin typeface="Times New Roman" panose="02020603050405020304" pitchFamily="18" charset="0"/>
                <a:cs typeface="Times New Roman" panose="02020603050405020304" pitchFamily="18" charset="0"/>
              </a:rPr>
              <a:t>hình</a:t>
            </a:r>
            <a:r>
              <a:rPr lang="en-US" altLang="zh-CN" sz="2200" dirty="0">
                <a:latin typeface="Times New Roman" panose="02020603050405020304" pitchFamily="18" charset="0"/>
                <a:cs typeface="Times New Roman" panose="02020603050405020304" pitchFamily="18" charset="0"/>
              </a:rPr>
              <a:t> Client Server </a:t>
            </a:r>
            <a:r>
              <a:rPr lang="en-US" altLang="zh-CN" sz="2200" dirty="0" err="1">
                <a:latin typeface="Times New Roman" panose="02020603050405020304" pitchFamily="18" charset="0"/>
                <a:cs typeface="Times New Roman" panose="02020603050405020304" pitchFamily="18" charset="0"/>
              </a:rPr>
              <a:t>rất</a:t>
            </a:r>
            <a:r>
              <a:rPr lang="en-US" altLang="zh-CN" sz="2200" dirty="0">
                <a:latin typeface="Times New Roman" panose="02020603050405020304" pitchFamily="18" charset="0"/>
                <a:cs typeface="Times New Roman" panose="02020603050405020304" pitchFamily="18" charset="0"/>
              </a:rPr>
              <a:t> </a:t>
            </a:r>
            <a:r>
              <a:rPr lang="en-US" altLang="zh-CN" sz="2200" dirty="0" err="1">
                <a:latin typeface="Times New Roman" panose="02020603050405020304" pitchFamily="18" charset="0"/>
                <a:cs typeface="Times New Roman" panose="02020603050405020304" pitchFamily="18" charset="0"/>
              </a:rPr>
              <a:t>tốt</a:t>
            </a:r>
            <a:r>
              <a:rPr lang="en-US" altLang="zh-CN" sz="2200" dirty="0">
                <a:latin typeface="Times New Roman" panose="02020603050405020304" pitchFamily="18" charset="0"/>
                <a:cs typeface="Times New Roman" panose="02020603050405020304" pitchFamily="18" charset="0"/>
              </a:rPr>
              <a:t>.</a:t>
            </a:r>
          </a:p>
          <a:p>
            <a:pPr marL="400050" indent="-342900" algn="just">
              <a:spcAft>
                <a:spcPts val="600"/>
              </a:spcAft>
              <a:buFont typeface="Arial" panose="020B0604020202020204" pitchFamily="34" charset="0"/>
              <a:buChar char="•"/>
            </a:pPr>
            <a:r>
              <a:rPr lang="en-US" altLang="zh-CN" sz="2200" dirty="0" err="1">
                <a:latin typeface="Times New Roman" panose="02020603050405020304" pitchFamily="18" charset="0"/>
                <a:cs typeface="Times New Roman" panose="02020603050405020304" pitchFamily="18" charset="0"/>
              </a:rPr>
              <a:t>Phù</a:t>
            </a:r>
            <a:r>
              <a:rPr lang="en-US" altLang="zh-CN" sz="2200" dirty="0">
                <a:latin typeface="Times New Roman" panose="02020603050405020304" pitchFamily="18" charset="0"/>
                <a:cs typeface="Times New Roman" panose="02020603050405020304" pitchFamily="18" charset="0"/>
              </a:rPr>
              <a:t> </a:t>
            </a:r>
            <a:r>
              <a:rPr lang="en-US" altLang="zh-CN" sz="2200" dirty="0" err="1">
                <a:latin typeface="Times New Roman" panose="02020603050405020304" pitchFamily="18" charset="0"/>
                <a:cs typeface="Times New Roman" panose="02020603050405020304" pitchFamily="18" charset="0"/>
              </a:rPr>
              <a:t>hợp</a:t>
            </a:r>
            <a:r>
              <a:rPr lang="en-US" altLang="zh-CN" sz="2200" dirty="0">
                <a:latin typeface="Times New Roman" panose="02020603050405020304" pitchFamily="18" charset="0"/>
                <a:cs typeface="Times New Roman" panose="02020603050405020304" pitchFamily="18" charset="0"/>
              </a:rPr>
              <a:t> </a:t>
            </a:r>
            <a:r>
              <a:rPr lang="en-US" altLang="zh-CN" sz="2200" dirty="0" err="1">
                <a:latin typeface="Times New Roman" panose="02020603050405020304" pitchFamily="18" charset="0"/>
                <a:cs typeface="Times New Roman" panose="02020603050405020304" pitchFamily="18" charset="0"/>
              </a:rPr>
              <a:t>cho</a:t>
            </a:r>
            <a:r>
              <a:rPr lang="en-US" altLang="zh-CN" sz="2200" dirty="0">
                <a:latin typeface="Times New Roman" panose="02020603050405020304" pitchFamily="18" charset="0"/>
                <a:cs typeface="Times New Roman" panose="02020603050405020304" pitchFamily="18" charset="0"/>
              </a:rPr>
              <a:t> </a:t>
            </a:r>
            <a:r>
              <a:rPr lang="en-US" altLang="zh-CN" sz="2200" dirty="0" err="1">
                <a:latin typeface="Times New Roman" panose="02020603050405020304" pitchFamily="18" charset="0"/>
                <a:cs typeface="Times New Roman" panose="02020603050405020304" pitchFamily="18" charset="0"/>
              </a:rPr>
              <a:t>việc</a:t>
            </a:r>
            <a:r>
              <a:rPr lang="en-US" altLang="zh-CN" sz="2200" dirty="0">
                <a:latin typeface="Times New Roman" panose="02020603050405020304" pitchFamily="18" charset="0"/>
                <a:cs typeface="Times New Roman" panose="02020603050405020304" pitchFamily="18" charset="0"/>
              </a:rPr>
              <a:t> </a:t>
            </a:r>
            <a:r>
              <a:rPr lang="en-US" altLang="zh-CN" sz="2200" dirty="0" err="1">
                <a:latin typeface="Times New Roman" panose="02020603050405020304" pitchFamily="18" charset="0"/>
                <a:cs typeface="Times New Roman" panose="02020603050405020304" pitchFamily="18" charset="0"/>
              </a:rPr>
              <a:t>phát</a:t>
            </a:r>
            <a:r>
              <a:rPr lang="en-US" altLang="zh-CN" sz="2200" dirty="0">
                <a:latin typeface="Times New Roman" panose="02020603050405020304" pitchFamily="18" charset="0"/>
                <a:cs typeface="Times New Roman" panose="02020603050405020304" pitchFamily="18" charset="0"/>
              </a:rPr>
              <a:t> </a:t>
            </a:r>
            <a:r>
              <a:rPr lang="en-US" altLang="zh-CN" sz="2200" dirty="0" err="1">
                <a:latin typeface="Times New Roman" panose="02020603050405020304" pitchFamily="18" charset="0"/>
                <a:cs typeface="Times New Roman" panose="02020603050405020304" pitchFamily="18" charset="0"/>
              </a:rPr>
              <a:t>triển</a:t>
            </a:r>
            <a:r>
              <a:rPr lang="en-US" altLang="zh-CN" sz="2200" dirty="0">
                <a:latin typeface="Times New Roman" panose="02020603050405020304" pitchFamily="18" charset="0"/>
                <a:cs typeface="Times New Roman" panose="02020603050405020304" pitchFamily="18" charset="0"/>
              </a:rPr>
              <a:t> </a:t>
            </a:r>
            <a:r>
              <a:rPr lang="en-US" altLang="zh-CN" sz="2200" dirty="0" err="1">
                <a:latin typeface="Times New Roman" panose="02020603050405020304" pitchFamily="18" charset="0"/>
                <a:cs typeface="Times New Roman" panose="02020603050405020304" pitchFamily="18" charset="0"/>
              </a:rPr>
              <a:t>cả</a:t>
            </a:r>
            <a:r>
              <a:rPr lang="en-US" altLang="zh-CN" sz="2200" dirty="0">
                <a:latin typeface="Times New Roman" panose="02020603050405020304" pitchFamily="18" charset="0"/>
                <a:cs typeface="Times New Roman" panose="02020603050405020304" pitchFamily="18" charset="0"/>
              </a:rPr>
              <a:t> frontend </a:t>
            </a:r>
            <a:r>
              <a:rPr lang="en-US" altLang="zh-CN" sz="2200" dirty="0" err="1">
                <a:latin typeface="Times New Roman" panose="02020603050405020304" pitchFamily="18" charset="0"/>
                <a:cs typeface="Times New Roman" panose="02020603050405020304" pitchFamily="18" charset="0"/>
              </a:rPr>
              <a:t>và</a:t>
            </a:r>
            <a:r>
              <a:rPr lang="en-US" altLang="zh-CN" sz="2200" dirty="0">
                <a:latin typeface="Times New Roman" panose="02020603050405020304" pitchFamily="18" charset="0"/>
                <a:cs typeface="Times New Roman" panose="02020603050405020304" pitchFamily="18" charset="0"/>
              </a:rPr>
              <a:t> backend </a:t>
            </a:r>
            <a:r>
              <a:rPr lang="en-US" altLang="zh-CN" sz="2200" dirty="0" err="1">
                <a:latin typeface="Times New Roman" panose="02020603050405020304" pitchFamily="18" charset="0"/>
                <a:cs typeface="Times New Roman" panose="02020603050405020304" pitchFamily="18" charset="0"/>
              </a:rPr>
              <a:t>trên</a:t>
            </a:r>
            <a:r>
              <a:rPr lang="en-US" altLang="zh-CN" sz="2200" dirty="0">
                <a:latin typeface="Times New Roman" panose="02020603050405020304" pitchFamily="18" charset="0"/>
                <a:cs typeface="Times New Roman" panose="02020603050405020304" pitchFamily="18" charset="0"/>
              </a:rPr>
              <a:t> </a:t>
            </a:r>
            <a:r>
              <a:rPr lang="en-US" altLang="zh-CN" sz="2200" dirty="0" err="1">
                <a:latin typeface="Times New Roman" panose="02020603050405020304" pitchFamily="18" charset="0"/>
                <a:cs typeface="Times New Roman" panose="02020603050405020304" pitchFamily="18" charset="0"/>
              </a:rPr>
              <a:t>cùng</a:t>
            </a:r>
            <a:r>
              <a:rPr lang="en-US" altLang="zh-CN" sz="2200" dirty="0">
                <a:latin typeface="Times New Roman" panose="02020603050405020304" pitchFamily="18" charset="0"/>
                <a:cs typeface="Times New Roman" panose="02020603050405020304" pitchFamily="18" charset="0"/>
              </a:rPr>
              <a:t> </a:t>
            </a:r>
            <a:r>
              <a:rPr lang="en-US" altLang="zh-CN" sz="2200" dirty="0" err="1">
                <a:latin typeface="Times New Roman" panose="02020603050405020304" pitchFamily="18" charset="0"/>
                <a:cs typeface="Times New Roman" panose="02020603050405020304" pitchFamily="18" charset="0"/>
              </a:rPr>
              <a:t>một</a:t>
            </a:r>
            <a:r>
              <a:rPr lang="en-US" altLang="zh-CN" sz="2200" dirty="0">
                <a:latin typeface="Times New Roman" panose="02020603050405020304" pitchFamily="18" charset="0"/>
                <a:cs typeface="Times New Roman" panose="02020603050405020304" pitchFamily="18" charset="0"/>
              </a:rPr>
              <a:t> </a:t>
            </a:r>
            <a:r>
              <a:rPr lang="en-US" altLang="zh-CN" sz="2200" dirty="0" err="1">
                <a:latin typeface="Times New Roman" panose="02020603050405020304" pitchFamily="18" charset="0"/>
                <a:cs typeface="Times New Roman" panose="02020603050405020304" pitchFamily="18" charset="0"/>
              </a:rPr>
              <a:t>hệ</a:t>
            </a:r>
            <a:r>
              <a:rPr lang="en-US" altLang="zh-CN" sz="2200" dirty="0">
                <a:latin typeface="Times New Roman" panose="02020603050405020304" pitchFamily="18" charset="0"/>
                <a:cs typeface="Times New Roman" panose="02020603050405020304" pitchFamily="18" charset="0"/>
              </a:rPr>
              <a:t> </a:t>
            </a:r>
            <a:r>
              <a:rPr lang="en-US" altLang="zh-CN" sz="2200" dirty="0" err="1">
                <a:latin typeface="Times New Roman" panose="02020603050405020304" pitchFamily="18" charset="0"/>
                <a:cs typeface="Times New Roman" panose="02020603050405020304" pitchFamily="18" charset="0"/>
              </a:rPr>
              <a:t>thống</a:t>
            </a:r>
            <a:r>
              <a:rPr lang="en-US" altLang="zh-CN" sz="2200" dirty="0">
                <a:latin typeface="Times New Roman" panose="02020603050405020304" pitchFamily="18" charset="0"/>
                <a:cs typeface="Times New Roman" panose="02020603050405020304" pitchFamily="18" charset="0"/>
              </a:rPr>
              <a:t>. </a:t>
            </a:r>
          </a:p>
        </p:txBody>
      </p:sp>
      <p:sp>
        <p:nvSpPr>
          <p:cNvPr id="5" name="TextBox 4">
            <a:extLst>
              <a:ext uri="{FF2B5EF4-FFF2-40B4-BE49-F238E27FC236}">
                <a16:creationId xmlns:a16="http://schemas.microsoft.com/office/drawing/2014/main" id="{3019BB50-7488-8602-57FB-DA56535648E6}"/>
              </a:ext>
            </a:extLst>
          </p:cNvPr>
          <p:cNvSpPr txBox="1"/>
          <p:nvPr/>
        </p:nvSpPr>
        <p:spPr>
          <a:xfrm>
            <a:off x="576372" y="4302984"/>
            <a:ext cx="4796444" cy="769441"/>
          </a:xfrm>
          <a:prstGeom prst="rect">
            <a:avLst/>
          </a:prstGeom>
          <a:noFill/>
        </p:spPr>
        <p:txBody>
          <a:bodyPr wrap="square" rtlCol="0">
            <a:spAutoFit/>
          </a:bodyPr>
          <a:lstStyle/>
          <a:p>
            <a:pPr marL="342900" indent="-342900" algn="just">
              <a:buFont typeface="Arial" panose="020B0604020202020204" pitchFamily="34" charset="0"/>
              <a:buChar char="•"/>
            </a:pPr>
            <a:r>
              <a:rPr lang="en-US" sz="2200" dirty="0" err="1">
                <a:latin typeface="Times New Roman" panose="02020603050405020304" pitchFamily="18" charset="0"/>
                <a:cs typeface="Times New Roman" panose="02020603050405020304" pitchFamily="18" charset="0"/>
              </a:rPr>
              <a:t>Ngoài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ra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còn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các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ngôn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ngữ</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hỗ</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trợ</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như</a:t>
            </a:r>
            <a:r>
              <a:rPr lang="en-US" sz="2200" dirty="0">
                <a:latin typeface="Times New Roman" panose="02020603050405020304" pitchFamily="18" charset="0"/>
                <a:cs typeface="Times New Roman" panose="02020603050405020304" pitchFamily="18" charset="0"/>
              </a:rPr>
              <a:t>: HTML, CSS, JS, v.v.</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grpSp>
        <p:nvGrpSpPr>
          <p:cNvPr id="790" name="Google Shape;790;p12"/>
          <p:cNvGrpSpPr/>
          <p:nvPr/>
        </p:nvGrpSpPr>
        <p:grpSpPr>
          <a:xfrm>
            <a:off x="2386080" y="0"/>
            <a:ext cx="3314880" cy="6857640"/>
            <a:chOff x="2386080" y="0"/>
            <a:chExt cx="3314880" cy="6857640"/>
          </a:xfrm>
        </p:grpSpPr>
        <p:sp>
          <p:nvSpPr>
            <p:cNvPr id="791" name="Google Shape;791;p12"/>
            <p:cNvSpPr/>
            <p:nvPr/>
          </p:nvSpPr>
          <p:spPr>
            <a:xfrm>
              <a:off x="3050280" y="0"/>
              <a:ext cx="1325520" cy="1142640"/>
            </a:xfrm>
            <a:prstGeom prst="triangle">
              <a:avLst>
                <a:gd name="adj" fmla="val 50000"/>
              </a:avLst>
            </a:prstGeom>
            <a:gradFill>
              <a:gsLst>
                <a:gs pos="0">
                  <a:srgbClr val="CF0000"/>
                </a:gs>
                <a:gs pos="48000">
                  <a:srgbClr val="FF3C3C"/>
                </a:gs>
                <a:gs pos="100000">
                  <a:srgbClr val="FF8787"/>
                </a:gs>
              </a:gsLst>
              <a:lin ang="162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2"/>
            <p:cNvSpPr/>
            <p:nvPr/>
          </p:nvSpPr>
          <p:spPr>
            <a:xfrm rot="10800000" flipH="1">
              <a:off x="3050280" y="1142640"/>
              <a:ext cx="1325520" cy="1142640"/>
            </a:xfrm>
            <a:prstGeom prst="triangle">
              <a:avLst>
                <a:gd name="adj" fmla="val 50000"/>
              </a:avLst>
            </a:prstGeom>
            <a:solidFill>
              <a:srgbClr val="8800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12"/>
            <p:cNvSpPr/>
            <p:nvPr/>
          </p:nvSpPr>
          <p:spPr>
            <a:xfrm rot="10800000" flipH="1">
              <a:off x="2386080" y="0"/>
              <a:ext cx="1325520" cy="1142640"/>
            </a:xfrm>
            <a:prstGeom prst="triangle">
              <a:avLst>
                <a:gd name="adj" fmla="val 50000"/>
              </a:avLst>
            </a:prstGeom>
            <a:gradFill>
              <a:gsLst>
                <a:gs pos="0">
                  <a:srgbClr val="FF7A7B"/>
                </a:gs>
                <a:gs pos="35000">
                  <a:srgbClr val="FFA3A3"/>
                </a:gs>
                <a:gs pos="100000">
                  <a:srgbClr val="FFD6D6"/>
                </a:gs>
              </a:gsLst>
              <a:lin ang="16200000" scaled="0"/>
            </a:gradFill>
            <a:ln w="9525" cap="flat" cmpd="sng">
              <a:solidFill>
                <a:srgbClr val="FD3030"/>
              </a:solidFill>
              <a:prstDash val="solid"/>
              <a:miter lim="8000"/>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12"/>
            <p:cNvSpPr/>
            <p:nvPr/>
          </p:nvSpPr>
          <p:spPr>
            <a:xfrm>
              <a:off x="3712320" y="1143000"/>
              <a:ext cx="1325520" cy="1142640"/>
            </a:xfrm>
            <a:prstGeom prst="triangle">
              <a:avLst>
                <a:gd name="adj" fmla="val 50000"/>
              </a:avLst>
            </a:prstGeom>
            <a:solidFill>
              <a:srgbClr val="ED37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2"/>
            <p:cNvSpPr/>
            <p:nvPr/>
          </p:nvSpPr>
          <p:spPr>
            <a:xfrm rot="10800000" flipH="1">
              <a:off x="3713400" y="2285640"/>
              <a:ext cx="1325520" cy="1142640"/>
            </a:xfrm>
            <a:prstGeom prst="triangle">
              <a:avLst>
                <a:gd name="adj" fmla="val 50000"/>
              </a:avLst>
            </a:prstGeom>
            <a:solidFill>
              <a:srgbClr val="EB19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12"/>
            <p:cNvSpPr/>
            <p:nvPr/>
          </p:nvSpPr>
          <p:spPr>
            <a:xfrm>
              <a:off x="4375440" y="2286000"/>
              <a:ext cx="1325520" cy="1142640"/>
            </a:xfrm>
            <a:prstGeom prst="triangle">
              <a:avLst>
                <a:gd name="adj" fmla="val 50000"/>
              </a:avLst>
            </a:prstGeom>
            <a:solidFill>
              <a:srgbClr val="C21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2"/>
            <p:cNvSpPr/>
            <p:nvPr/>
          </p:nvSpPr>
          <p:spPr>
            <a:xfrm rot="10800000" flipH="1">
              <a:off x="4375440" y="3428640"/>
              <a:ext cx="1325520" cy="1142640"/>
            </a:xfrm>
            <a:prstGeom prst="triangle">
              <a:avLst>
                <a:gd name="adj" fmla="val 50000"/>
              </a:avLst>
            </a:prstGeom>
            <a:solidFill>
              <a:srgbClr val="ED37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2"/>
            <p:cNvSpPr/>
            <p:nvPr/>
          </p:nvSpPr>
          <p:spPr>
            <a:xfrm>
              <a:off x="3711960" y="3429000"/>
              <a:ext cx="1325520" cy="1142640"/>
            </a:xfrm>
            <a:prstGeom prst="triangle">
              <a:avLst>
                <a:gd name="adj" fmla="val 50000"/>
              </a:avLst>
            </a:prstGeom>
            <a:solidFill>
              <a:srgbClr val="8800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12"/>
            <p:cNvSpPr/>
            <p:nvPr/>
          </p:nvSpPr>
          <p:spPr>
            <a:xfrm rot="10800000" flipH="1">
              <a:off x="3711960" y="4571640"/>
              <a:ext cx="1325520" cy="1142640"/>
            </a:xfrm>
            <a:prstGeom prst="triangle">
              <a:avLst>
                <a:gd name="adj" fmla="val 50000"/>
              </a:avLst>
            </a:pr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12"/>
            <p:cNvSpPr/>
            <p:nvPr/>
          </p:nvSpPr>
          <p:spPr>
            <a:xfrm>
              <a:off x="3047400" y="4572000"/>
              <a:ext cx="1325520" cy="114264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12"/>
            <p:cNvSpPr/>
            <p:nvPr/>
          </p:nvSpPr>
          <p:spPr>
            <a:xfrm rot="10800000" flipH="1">
              <a:off x="3050280" y="5714640"/>
              <a:ext cx="1325520" cy="1142640"/>
            </a:xfrm>
            <a:prstGeom prst="triangle">
              <a:avLst>
                <a:gd name="adj" fmla="val 50000"/>
              </a:avLst>
            </a:pr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12"/>
            <p:cNvSpPr/>
            <p:nvPr/>
          </p:nvSpPr>
          <p:spPr>
            <a:xfrm>
              <a:off x="2386080" y="5715000"/>
              <a:ext cx="1325520" cy="114264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3" name="Google Shape;803;p12"/>
          <p:cNvSpPr/>
          <p:nvPr/>
        </p:nvSpPr>
        <p:spPr>
          <a:xfrm>
            <a:off x="820800" y="3013560"/>
            <a:ext cx="3767760" cy="82152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4800" b="1" i="1" strike="noStrike">
                <a:solidFill>
                  <a:srgbClr val="FF3737"/>
                </a:solidFill>
                <a:latin typeface="Calibri"/>
                <a:ea typeface="Calibri"/>
                <a:cs typeface="Calibri"/>
                <a:sym typeface="Calibri"/>
              </a:rPr>
              <a:t>Phần 03 :</a:t>
            </a:r>
            <a:endParaRPr sz="4800" b="0" strike="noStrike">
              <a:solidFill>
                <a:schemeClr val="dk1"/>
              </a:solidFill>
              <a:latin typeface="Arial"/>
              <a:ea typeface="Arial"/>
              <a:cs typeface="Arial"/>
              <a:sym typeface="Arial"/>
            </a:endParaRPr>
          </a:p>
        </p:txBody>
      </p:sp>
      <p:grpSp>
        <p:nvGrpSpPr>
          <p:cNvPr id="804" name="Google Shape;804;p12"/>
          <p:cNvGrpSpPr/>
          <p:nvPr/>
        </p:nvGrpSpPr>
        <p:grpSpPr>
          <a:xfrm>
            <a:off x="5867400" y="1981201"/>
            <a:ext cx="4899917" cy="3429000"/>
            <a:chOff x="5894487" y="1770109"/>
            <a:chExt cx="4697291" cy="365051"/>
          </a:xfrm>
        </p:grpSpPr>
        <p:sp>
          <p:nvSpPr>
            <p:cNvPr id="805" name="Google Shape;805;p12"/>
            <p:cNvSpPr/>
            <p:nvPr/>
          </p:nvSpPr>
          <p:spPr>
            <a:xfrm>
              <a:off x="5894487" y="1770109"/>
              <a:ext cx="4697291" cy="275078"/>
            </a:xfrm>
            <a:prstGeom prst="rect">
              <a:avLst/>
            </a:prstGeom>
            <a:no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5400" b="1" strike="noStrik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PHÂN TÍCH THIẾT KẾ </a:t>
              </a:r>
              <a:endParaRPr sz="5400" b="1" dirty="0">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100000"/>
                </a:lnSpc>
                <a:spcBef>
                  <a:spcPts val="0"/>
                </a:spcBef>
                <a:spcAft>
                  <a:spcPts val="0"/>
                </a:spcAft>
                <a:buNone/>
              </a:pPr>
              <a:r>
                <a:rPr lang="en-US" sz="5400" b="1" strike="noStrik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HỆ THỐNG</a:t>
              </a:r>
              <a:endParaRPr sz="5400" b="1" strike="noStrik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806" name="Google Shape;806;p12"/>
            <p:cNvSpPr/>
            <p:nvPr/>
          </p:nvSpPr>
          <p:spPr>
            <a:xfrm>
              <a:off x="6525360" y="1770480"/>
              <a:ext cx="297000" cy="364680"/>
            </a:xfrm>
            <a:prstGeom prst="rect">
              <a:avLst/>
            </a:prstGeom>
            <a:no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1800" b="0" i="1" strike="noStrike">
                  <a:solidFill>
                    <a:srgbClr val="FFFFFF"/>
                  </a:solidFill>
                  <a:latin typeface="Calibri"/>
                  <a:ea typeface="Calibri"/>
                  <a:cs typeface="Calibri"/>
                  <a:sym typeface="Calibri"/>
                </a:rPr>
                <a:t>1</a:t>
              </a:r>
              <a:endParaRPr sz="1800" b="0" strike="noStrike">
                <a:solidFill>
                  <a:schemeClr val="dk1"/>
                </a:solidFill>
                <a:latin typeface="Arial"/>
                <a:ea typeface="Arial"/>
                <a:cs typeface="Arial"/>
                <a:sym typeface="Arial"/>
              </a:endParaRPr>
            </a:p>
          </p:txBody>
        </p:sp>
      </p:grpSp>
      <p:sp>
        <p:nvSpPr>
          <p:cNvPr id="807" name="Google Shape;807;p12"/>
          <p:cNvSpPr/>
          <p:nvPr/>
        </p:nvSpPr>
        <p:spPr>
          <a:xfrm>
            <a:off x="11489880" y="77042"/>
            <a:ext cx="643320" cy="593280"/>
          </a:xfrm>
          <a:custGeom>
            <a:avLst/>
            <a:gdLst/>
            <a:ahLst/>
            <a:cxnLst/>
            <a:rect l="l" t="t" r="r" b="b"/>
            <a:pathLst>
              <a:path w="578320" h="533197" extrusionOk="0">
                <a:moveTo>
                  <a:pt x="469488" y="312166"/>
                </a:moveTo>
                <a:cubicBezTo>
                  <a:pt x="499002" y="312166"/>
                  <a:pt x="523904" y="335190"/>
                  <a:pt x="523904" y="363740"/>
                </a:cubicBezTo>
                <a:lnTo>
                  <a:pt x="523904" y="376634"/>
                </a:lnTo>
                <a:cubicBezTo>
                  <a:pt x="523904" y="376634"/>
                  <a:pt x="529438" y="381238"/>
                  <a:pt x="527594" y="391369"/>
                </a:cubicBezTo>
                <a:cubicBezTo>
                  <a:pt x="526671" y="404262"/>
                  <a:pt x="512837" y="411630"/>
                  <a:pt x="512837" y="411630"/>
                </a:cubicBezTo>
                <a:cubicBezTo>
                  <a:pt x="512837" y="411630"/>
                  <a:pt x="509147" y="430970"/>
                  <a:pt x="498080" y="440180"/>
                </a:cubicBezTo>
                <a:cubicBezTo>
                  <a:pt x="494391" y="467809"/>
                  <a:pt x="513759" y="470572"/>
                  <a:pt x="529438" y="475176"/>
                </a:cubicBezTo>
                <a:cubicBezTo>
                  <a:pt x="555263" y="483465"/>
                  <a:pt x="578320" y="485307"/>
                  <a:pt x="578320" y="518462"/>
                </a:cubicBezTo>
                <a:cubicBezTo>
                  <a:pt x="578320" y="525829"/>
                  <a:pt x="543273" y="532276"/>
                  <a:pt x="485168" y="533197"/>
                </a:cubicBezTo>
                <a:lnTo>
                  <a:pt x="477789" y="486228"/>
                </a:lnTo>
                <a:lnTo>
                  <a:pt x="481478" y="479781"/>
                </a:lnTo>
                <a:cubicBezTo>
                  <a:pt x="481478" y="478860"/>
                  <a:pt x="481478" y="477939"/>
                  <a:pt x="480556" y="477939"/>
                </a:cubicBezTo>
                <a:lnTo>
                  <a:pt x="471333" y="466888"/>
                </a:lnTo>
                <a:cubicBezTo>
                  <a:pt x="470411" y="465967"/>
                  <a:pt x="468566" y="465967"/>
                  <a:pt x="467644" y="466888"/>
                </a:cubicBezTo>
                <a:lnTo>
                  <a:pt x="458421" y="477939"/>
                </a:lnTo>
                <a:cubicBezTo>
                  <a:pt x="457499" y="477939"/>
                  <a:pt x="457499" y="478860"/>
                  <a:pt x="458421" y="479781"/>
                </a:cubicBezTo>
                <a:lnTo>
                  <a:pt x="462110" y="486228"/>
                </a:lnTo>
                <a:lnTo>
                  <a:pt x="454732" y="533197"/>
                </a:lnTo>
                <a:cubicBezTo>
                  <a:pt x="396627" y="532276"/>
                  <a:pt x="361579" y="525829"/>
                  <a:pt x="361579" y="518462"/>
                </a:cubicBezTo>
                <a:cubicBezTo>
                  <a:pt x="361579" y="485307"/>
                  <a:pt x="384637" y="483465"/>
                  <a:pt x="409539" y="475176"/>
                </a:cubicBezTo>
                <a:cubicBezTo>
                  <a:pt x="425218" y="470572"/>
                  <a:pt x="444586" y="466888"/>
                  <a:pt x="440897" y="440180"/>
                </a:cubicBezTo>
                <a:cubicBezTo>
                  <a:pt x="430752" y="430970"/>
                  <a:pt x="427063" y="411630"/>
                  <a:pt x="427063" y="411630"/>
                </a:cubicBezTo>
                <a:cubicBezTo>
                  <a:pt x="427063" y="411630"/>
                  <a:pt x="413228" y="404262"/>
                  <a:pt x="411383" y="391369"/>
                </a:cubicBezTo>
                <a:cubicBezTo>
                  <a:pt x="410461" y="381238"/>
                  <a:pt x="415995" y="376634"/>
                  <a:pt x="415995" y="376634"/>
                </a:cubicBezTo>
                <a:lnTo>
                  <a:pt x="415995" y="363740"/>
                </a:lnTo>
                <a:cubicBezTo>
                  <a:pt x="415995" y="335190"/>
                  <a:pt x="439975" y="312166"/>
                  <a:pt x="469488" y="312166"/>
                </a:cubicBezTo>
                <a:close/>
                <a:moveTo>
                  <a:pt x="107909" y="312166"/>
                </a:moveTo>
                <a:cubicBezTo>
                  <a:pt x="138345" y="312166"/>
                  <a:pt x="162325" y="335190"/>
                  <a:pt x="162325" y="363740"/>
                </a:cubicBezTo>
                <a:lnTo>
                  <a:pt x="162325" y="376634"/>
                </a:lnTo>
                <a:cubicBezTo>
                  <a:pt x="162325" y="376634"/>
                  <a:pt x="167859" y="381238"/>
                  <a:pt x="166937" y="391369"/>
                </a:cubicBezTo>
                <a:cubicBezTo>
                  <a:pt x="165092" y="404262"/>
                  <a:pt x="151257" y="411630"/>
                  <a:pt x="151257" y="411630"/>
                </a:cubicBezTo>
                <a:cubicBezTo>
                  <a:pt x="151257" y="411630"/>
                  <a:pt x="147568" y="430970"/>
                  <a:pt x="137423" y="440180"/>
                </a:cubicBezTo>
                <a:cubicBezTo>
                  <a:pt x="132811" y="467809"/>
                  <a:pt x="152180" y="470572"/>
                  <a:pt x="167859" y="475176"/>
                </a:cubicBezTo>
                <a:cubicBezTo>
                  <a:pt x="193684" y="483465"/>
                  <a:pt x="216741" y="485307"/>
                  <a:pt x="216741" y="518462"/>
                </a:cubicBezTo>
                <a:cubicBezTo>
                  <a:pt x="216741" y="525829"/>
                  <a:pt x="181693" y="532276"/>
                  <a:pt x="123588" y="533197"/>
                </a:cubicBezTo>
                <a:lnTo>
                  <a:pt x="116210" y="486228"/>
                </a:lnTo>
                <a:lnTo>
                  <a:pt x="119899" y="479781"/>
                </a:lnTo>
                <a:cubicBezTo>
                  <a:pt x="120821" y="478860"/>
                  <a:pt x="119899" y="477939"/>
                  <a:pt x="119899" y="477939"/>
                </a:cubicBezTo>
                <a:lnTo>
                  <a:pt x="109754" y="466888"/>
                </a:lnTo>
                <a:cubicBezTo>
                  <a:pt x="108832" y="465967"/>
                  <a:pt x="107909" y="465967"/>
                  <a:pt x="106987" y="466888"/>
                </a:cubicBezTo>
                <a:lnTo>
                  <a:pt x="96842" y="477939"/>
                </a:lnTo>
                <a:cubicBezTo>
                  <a:pt x="96842" y="477939"/>
                  <a:pt x="95919" y="478860"/>
                  <a:pt x="96842" y="479781"/>
                </a:cubicBezTo>
                <a:lnTo>
                  <a:pt x="100531" y="486228"/>
                </a:lnTo>
                <a:lnTo>
                  <a:pt x="93152" y="533197"/>
                </a:lnTo>
                <a:cubicBezTo>
                  <a:pt x="35047" y="532276"/>
                  <a:pt x="0" y="525829"/>
                  <a:pt x="0" y="518462"/>
                </a:cubicBezTo>
                <a:cubicBezTo>
                  <a:pt x="0" y="485307"/>
                  <a:pt x="23057" y="483465"/>
                  <a:pt x="48882" y="475176"/>
                </a:cubicBezTo>
                <a:cubicBezTo>
                  <a:pt x="64561" y="470572"/>
                  <a:pt x="83929" y="466888"/>
                  <a:pt x="79318" y="440180"/>
                </a:cubicBezTo>
                <a:cubicBezTo>
                  <a:pt x="69173" y="430970"/>
                  <a:pt x="65483" y="411630"/>
                  <a:pt x="65483" y="411630"/>
                </a:cubicBezTo>
                <a:cubicBezTo>
                  <a:pt x="65483" y="411630"/>
                  <a:pt x="51649" y="404262"/>
                  <a:pt x="49804" y="391369"/>
                </a:cubicBezTo>
                <a:cubicBezTo>
                  <a:pt x="48882" y="381238"/>
                  <a:pt x="54416" y="376634"/>
                  <a:pt x="54416" y="376634"/>
                </a:cubicBezTo>
                <a:lnTo>
                  <a:pt x="54416" y="363740"/>
                </a:lnTo>
                <a:cubicBezTo>
                  <a:pt x="54416" y="335190"/>
                  <a:pt x="78396" y="312166"/>
                  <a:pt x="107909" y="312166"/>
                </a:cubicBezTo>
                <a:close/>
                <a:moveTo>
                  <a:pt x="288717" y="237601"/>
                </a:moveTo>
                <a:cubicBezTo>
                  <a:pt x="297024" y="237601"/>
                  <a:pt x="303485" y="244048"/>
                  <a:pt x="303485" y="252338"/>
                </a:cubicBezTo>
                <a:lnTo>
                  <a:pt x="303485" y="331547"/>
                </a:lnTo>
                <a:lnTo>
                  <a:pt x="384708" y="398782"/>
                </a:lnTo>
                <a:cubicBezTo>
                  <a:pt x="390246" y="403387"/>
                  <a:pt x="391169" y="412598"/>
                  <a:pt x="386554" y="419045"/>
                </a:cubicBezTo>
                <a:cubicBezTo>
                  <a:pt x="383785" y="421808"/>
                  <a:pt x="379170" y="423650"/>
                  <a:pt x="375478" y="423650"/>
                </a:cubicBezTo>
                <a:cubicBezTo>
                  <a:pt x="371786" y="423650"/>
                  <a:pt x="369017" y="422729"/>
                  <a:pt x="366248" y="420887"/>
                </a:cubicBezTo>
                <a:lnTo>
                  <a:pt x="288717" y="356415"/>
                </a:lnTo>
                <a:lnTo>
                  <a:pt x="212108" y="420887"/>
                </a:lnTo>
                <a:cubicBezTo>
                  <a:pt x="205647" y="425492"/>
                  <a:pt x="196417" y="424571"/>
                  <a:pt x="191802" y="419045"/>
                </a:cubicBezTo>
                <a:cubicBezTo>
                  <a:pt x="186264" y="412598"/>
                  <a:pt x="187187" y="403387"/>
                  <a:pt x="193648" y="398782"/>
                </a:cubicBezTo>
                <a:lnTo>
                  <a:pt x="274872" y="331547"/>
                </a:lnTo>
                <a:lnTo>
                  <a:pt x="274872" y="252338"/>
                </a:lnTo>
                <a:cubicBezTo>
                  <a:pt x="274872" y="244048"/>
                  <a:pt x="281333" y="237601"/>
                  <a:pt x="288717" y="237601"/>
                </a:cubicBezTo>
                <a:close/>
                <a:moveTo>
                  <a:pt x="288699" y="0"/>
                </a:moveTo>
                <a:cubicBezTo>
                  <a:pt x="318213" y="0"/>
                  <a:pt x="343115" y="22103"/>
                  <a:pt x="343115" y="50653"/>
                </a:cubicBezTo>
                <a:lnTo>
                  <a:pt x="343115" y="63546"/>
                </a:lnTo>
                <a:cubicBezTo>
                  <a:pt x="343115" y="63546"/>
                  <a:pt x="348649" y="68151"/>
                  <a:pt x="346805" y="78282"/>
                </a:cubicBezTo>
                <a:cubicBezTo>
                  <a:pt x="345882" y="92096"/>
                  <a:pt x="332048" y="98543"/>
                  <a:pt x="332048" y="98543"/>
                </a:cubicBezTo>
                <a:cubicBezTo>
                  <a:pt x="332048" y="98543"/>
                  <a:pt x="328358" y="117883"/>
                  <a:pt x="318213" y="127093"/>
                </a:cubicBezTo>
                <a:cubicBezTo>
                  <a:pt x="313602" y="154722"/>
                  <a:pt x="332970" y="157484"/>
                  <a:pt x="348649" y="163010"/>
                </a:cubicBezTo>
                <a:cubicBezTo>
                  <a:pt x="374474" y="171299"/>
                  <a:pt x="397531" y="172220"/>
                  <a:pt x="397531" y="206295"/>
                </a:cubicBezTo>
                <a:cubicBezTo>
                  <a:pt x="397531" y="212742"/>
                  <a:pt x="362484" y="219189"/>
                  <a:pt x="304379" y="220110"/>
                </a:cubicBezTo>
                <a:lnTo>
                  <a:pt x="297000" y="173141"/>
                </a:lnTo>
                <a:lnTo>
                  <a:pt x="300689" y="167615"/>
                </a:lnTo>
                <a:cubicBezTo>
                  <a:pt x="300689" y="166694"/>
                  <a:pt x="300689" y="165773"/>
                  <a:pt x="300689" y="164852"/>
                </a:cubicBezTo>
                <a:lnTo>
                  <a:pt x="290544" y="154722"/>
                </a:lnTo>
                <a:cubicBezTo>
                  <a:pt x="289622" y="153801"/>
                  <a:pt x="287777" y="153801"/>
                  <a:pt x="287777" y="154722"/>
                </a:cubicBezTo>
                <a:lnTo>
                  <a:pt x="277632" y="164852"/>
                </a:lnTo>
                <a:cubicBezTo>
                  <a:pt x="276710" y="165773"/>
                  <a:pt x="276710" y="166694"/>
                  <a:pt x="277632" y="167615"/>
                </a:cubicBezTo>
                <a:lnTo>
                  <a:pt x="281321" y="173141"/>
                </a:lnTo>
                <a:lnTo>
                  <a:pt x="273943" y="221031"/>
                </a:lnTo>
                <a:cubicBezTo>
                  <a:pt x="215838" y="219189"/>
                  <a:pt x="180790" y="212742"/>
                  <a:pt x="180790" y="206295"/>
                </a:cubicBezTo>
                <a:cubicBezTo>
                  <a:pt x="180790" y="172220"/>
                  <a:pt x="203848" y="171299"/>
                  <a:pt x="228750" y="163010"/>
                </a:cubicBezTo>
                <a:cubicBezTo>
                  <a:pt x="244429" y="157484"/>
                  <a:pt x="264720" y="154722"/>
                  <a:pt x="260108" y="127093"/>
                </a:cubicBezTo>
                <a:cubicBezTo>
                  <a:pt x="249963" y="117883"/>
                  <a:pt x="246274" y="98543"/>
                  <a:pt x="246274" y="98543"/>
                </a:cubicBezTo>
                <a:cubicBezTo>
                  <a:pt x="246274" y="98543"/>
                  <a:pt x="232439" y="92096"/>
                  <a:pt x="230594" y="78282"/>
                </a:cubicBezTo>
                <a:cubicBezTo>
                  <a:pt x="229672" y="68151"/>
                  <a:pt x="235206" y="63546"/>
                  <a:pt x="235206" y="63546"/>
                </a:cubicBezTo>
                <a:lnTo>
                  <a:pt x="235206" y="50653"/>
                </a:lnTo>
                <a:cubicBezTo>
                  <a:pt x="235206" y="22103"/>
                  <a:pt x="259186" y="0"/>
                  <a:pt x="2886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8" name="Google Shape;808;p12"/>
          <p:cNvSpPr txBox="1"/>
          <p:nvPr/>
        </p:nvSpPr>
        <p:spPr>
          <a:xfrm>
            <a:off x="152400" y="6242200"/>
            <a:ext cx="2590800" cy="3651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Đồ án tốt nghiệp</a:t>
            </a:r>
            <a:endParaRPr sz="18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13"/>
        <p:cNvGrpSpPr/>
        <p:nvPr/>
      </p:nvGrpSpPr>
      <p:grpSpPr>
        <a:xfrm>
          <a:off x="0" y="0"/>
          <a:ext cx="0" cy="0"/>
          <a:chOff x="0" y="0"/>
          <a:chExt cx="0" cy="0"/>
        </a:xfrm>
      </p:grpSpPr>
      <p:sp>
        <p:nvSpPr>
          <p:cNvPr id="814" name="Google Shape;814;p13"/>
          <p:cNvSpPr/>
          <p:nvPr/>
        </p:nvSpPr>
        <p:spPr>
          <a:xfrm>
            <a:off x="2106720" y="415800"/>
            <a:ext cx="5360880" cy="460211"/>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dirty="0">
                <a:solidFill>
                  <a:schemeClr val="tx1"/>
                </a:solidFill>
                <a:latin typeface="Calibri"/>
                <a:ea typeface="Calibri"/>
                <a:cs typeface="Calibri"/>
                <a:sym typeface="Calibri"/>
              </a:rPr>
              <a:t>CÁC ACTOR CỦA HỆ THỐNG</a:t>
            </a:r>
            <a:endParaRPr sz="2400" b="0" strike="noStrike" dirty="0">
              <a:solidFill>
                <a:schemeClr val="tx1"/>
              </a:solidFill>
              <a:latin typeface="Arial"/>
              <a:ea typeface="Arial"/>
              <a:cs typeface="Arial"/>
              <a:sym typeface="Arial"/>
            </a:endParaRPr>
          </a:p>
        </p:txBody>
      </p:sp>
      <p:sp>
        <p:nvSpPr>
          <p:cNvPr id="2" name="TextBox 8">
            <a:extLst>
              <a:ext uri="{FF2B5EF4-FFF2-40B4-BE49-F238E27FC236}">
                <a16:creationId xmlns:a16="http://schemas.microsoft.com/office/drawing/2014/main" id="{6DFD660E-28B0-4E1C-6177-ACE5C9C717CD}"/>
              </a:ext>
            </a:extLst>
          </p:cNvPr>
          <p:cNvSpPr txBox="1"/>
          <p:nvPr/>
        </p:nvSpPr>
        <p:spPr>
          <a:xfrm>
            <a:off x="948715" y="1942429"/>
            <a:ext cx="10451407" cy="2521203"/>
          </a:xfrm>
          <a:prstGeom prst="rect">
            <a:avLst/>
          </a:prstGeom>
        </p:spPr>
        <p:txBody>
          <a:bodyPr wrap="square" lIns="0" tIns="0" rIns="0" bIns="0" rtlCol="0" anchor="t">
            <a:spAutoFit/>
          </a:bodyPr>
          <a:lstStyle/>
          <a:p>
            <a:pPr algn="just">
              <a:lnSpc>
                <a:spcPts val="3824"/>
              </a:lnSpc>
            </a:pPr>
            <a:r>
              <a:rPr lang="en-US" sz="2500" dirty="0" err="1">
                <a:solidFill>
                  <a:srgbClr val="000000"/>
                </a:solidFill>
                <a:latin typeface="Times New Roman" panose="02020603050405020304" pitchFamily="18" charset="0"/>
                <a:cs typeface="Times New Roman" panose="02020603050405020304" pitchFamily="18" charset="0"/>
              </a:rPr>
              <a:t>Các</a:t>
            </a:r>
            <a:r>
              <a:rPr lang="en-US" sz="2500" dirty="0">
                <a:solidFill>
                  <a:srgbClr val="000000"/>
                </a:solidFill>
                <a:latin typeface="Times New Roman" panose="02020603050405020304" pitchFamily="18" charset="0"/>
                <a:cs typeface="Times New Roman" panose="02020603050405020304" pitchFamily="18" charset="0"/>
              </a:rPr>
              <a:t> Actors </a:t>
            </a:r>
            <a:r>
              <a:rPr lang="en-US" sz="2500" dirty="0" err="1">
                <a:solidFill>
                  <a:srgbClr val="000000"/>
                </a:solidFill>
                <a:latin typeface="Times New Roman" panose="02020603050405020304" pitchFamily="18" charset="0"/>
                <a:cs typeface="Times New Roman" panose="02020603050405020304" pitchFamily="18" charset="0"/>
              </a:rPr>
              <a:t>của</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hệ</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thống</a:t>
            </a:r>
            <a:r>
              <a:rPr lang="en-US" sz="2500" dirty="0">
                <a:solidFill>
                  <a:srgbClr val="000000"/>
                </a:solidFill>
                <a:latin typeface="Times New Roman" panose="02020603050405020304" pitchFamily="18" charset="0"/>
                <a:cs typeface="Times New Roman" panose="02020603050405020304" pitchFamily="18" charset="0"/>
              </a:rPr>
              <a:t>:</a:t>
            </a:r>
          </a:p>
          <a:p>
            <a:pPr algn="just">
              <a:lnSpc>
                <a:spcPts val="3208"/>
              </a:lnSpc>
            </a:pP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Khách</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hàng</a:t>
            </a:r>
            <a:r>
              <a:rPr lang="en-US" sz="2500" dirty="0">
                <a:solidFill>
                  <a:srgbClr val="000000"/>
                </a:solidFill>
                <a:latin typeface="Times New Roman" panose="02020603050405020304" pitchFamily="18" charset="0"/>
                <a:cs typeface="Times New Roman" panose="02020603050405020304" pitchFamily="18" charset="0"/>
              </a:rPr>
              <a:t>: </a:t>
            </a:r>
            <a:r>
              <a:rPr lang="vi-VN" sz="2500" dirty="0">
                <a:latin typeface="Times New Roman" panose="02020603050405020304" pitchFamily="18" charset="0"/>
                <a:cs typeface="Times New Roman" panose="02020603050405020304" pitchFamily="18" charset="0"/>
              </a:rPr>
              <a:t>Đăng ký, </a:t>
            </a:r>
            <a:r>
              <a:rPr lang="en-US" sz="2500" dirty="0" err="1">
                <a:solidFill>
                  <a:srgbClr val="000000"/>
                </a:solidFill>
                <a:latin typeface="Times New Roman" panose="02020603050405020304" pitchFamily="18" charset="0"/>
                <a:cs typeface="Times New Roman" panose="02020603050405020304" pitchFamily="18" charset="0"/>
              </a:rPr>
              <a:t>Đăng</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nhập</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xem</a:t>
            </a:r>
            <a:r>
              <a:rPr lang="en-US" sz="2500" dirty="0">
                <a:solidFill>
                  <a:srgbClr val="000000"/>
                </a:solidFill>
                <a:latin typeface="Times New Roman" panose="02020603050405020304" pitchFamily="18" charset="0"/>
                <a:cs typeface="Times New Roman" panose="02020603050405020304" pitchFamily="18" charset="0"/>
              </a:rPr>
              <a:t> </a:t>
            </a:r>
            <a:r>
              <a:rPr lang="vi-VN" sz="2500" dirty="0">
                <a:solidFill>
                  <a:srgbClr val="000000"/>
                </a:solidFill>
                <a:latin typeface="Times New Roman" panose="02020603050405020304" pitchFamily="18" charset="0"/>
                <a:cs typeface="Times New Roman" panose="02020603050405020304" pitchFamily="18" charset="0"/>
              </a:rPr>
              <a:t>sản phẩm, tìm kiếm sản phẩm,</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đăng</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xuất</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quản</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lý</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giỏ</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hàng</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xem</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lịch</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sử</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đơn</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hàng</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chỉnh</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sửa</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thông</a:t>
            </a:r>
            <a:r>
              <a:rPr lang="en-US" sz="2500" dirty="0">
                <a:solidFill>
                  <a:srgbClr val="000000"/>
                </a:solidFill>
                <a:latin typeface="Times New Roman" panose="02020603050405020304" pitchFamily="18" charset="0"/>
                <a:cs typeface="Times New Roman" panose="02020603050405020304" pitchFamily="18" charset="0"/>
              </a:rPr>
              <a:t> tin </a:t>
            </a:r>
            <a:r>
              <a:rPr lang="en-US" sz="2500" dirty="0" err="1">
                <a:solidFill>
                  <a:srgbClr val="000000"/>
                </a:solidFill>
                <a:latin typeface="Times New Roman" panose="02020603050405020304" pitchFamily="18" charset="0"/>
                <a:cs typeface="Times New Roman" panose="02020603050405020304" pitchFamily="18" charset="0"/>
              </a:rPr>
              <a:t>cá</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nhân</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đổi</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mật</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khẩu</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quên</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mật</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khẩu</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mua</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hàng</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đánh</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giá</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sản</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phẩm</a:t>
            </a:r>
            <a:r>
              <a:rPr lang="en-US" sz="2500" dirty="0">
                <a:solidFill>
                  <a:srgbClr val="000000"/>
                </a:solidFill>
                <a:latin typeface="Times New Roman" panose="02020603050405020304" pitchFamily="18" charset="0"/>
                <a:cs typeface="Times New Roman" panose="02020603050405020304" pitchFamily="18" charset="0"/>
              </a:rPr>
              <a:t>.</a:t>
            </a:r>
          </a:p>
          <a:p>
            <a:pPr algn="just">
              <a:lnSpc>
                <a:spcPts val="3208"/>
              </a:lnSpc>
            </a:pPr>
            <a:r>
              <a:rPr lang="en-US" sz="2500" dirty="0">
                <a:solidFill>
                  <a:srgbClr val="000000"/>
                </a:solidFill>
                <a:latin typeface="Times New Roman" panose="02020603050405020304" pitchFamily="18" charset="0"/>
                <a:cs typeface="Times New Roman" panose="02020603050405020304" pitchFamily="18" charset="0"/>
              </a:rPr>
              <a:t>- Admin: </a:t>
            </a:r>
            <a:r>
              <a:rPr lang="en-US" sz="2500" dirty="0" err="1">
                <a:latin typeface="Times New Roman" panose="02020603050405020304" pitchFamily="18" charset="0"/>
                <a:cs typeface="Times New Roman" panose="02020603050405020304" pitchFamily="18" charset="0"/>
              </a:rPr>
              <a:t>Q</a:t>
            </a:r>
            <a:r>
              <a:rPr lang="en-US" sz="2500" dirty="0" err="1">
                <a:solidFill>
                  <a:srgbClr val="000000"/>
                </a:solidFill>
                <a:latin typeface="Times New Roman" panose="02020603050405020304" pitchFamily="18" charset="0"/>
                <a:cs typeface="Times New Roman" panose="02020603050405020304" pitchFamily="18" charset="0"/>
              </a:rPr>
              <a:t>uản</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lý</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tài</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khoản</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thống</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kê</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quản</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lý</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đơn</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hàng</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quản</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lý</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danh</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mục</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sản</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phẩm</a:t>
            </a:r>
            <a:r>
              <a:rPr lang="en-US" sz="2500" dirty="0">
                <a:solidFill>
                  <a:srgbClr val="000000"/>
                </a:solidFill>
                <a:latin typeface="Times New Roman" panose="02020603050405020304" pitchFamily="18" charset="0"/>
                <a:cs typeface="Times New Roman" panose="02020603050405020304" pitchFamily="18" charset="0"/>
              </a:rPr>
              <a:t> size </a:t>
            </a:r>
            <a:r>
              <a:rPr lang="en-US" sz="2500" dirty="0" err="1">
                <a:solidFill>
                  <a:srgbClr val="000000"/>
                </a:solidFill>
                <a:latin typeface="Times New Roman" panose="02020603050405020304" pitchFamily="18" charset="0"/>
                <a:cs typeface="Times New Roman" panose="02020603050405020304" pitchFamily="18" charset="0"/>
              </a:rPr>
              <a:t>màu</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chỉnh</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sửa</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thông</a:t>
            </a:r>
            <a:r>
              <a:rPr lang="en-US" sz="2500" dirty="0">
                <a:solidFill>
                  <a:srgbClr val="000000"/>
                </a:solidFill>
                <a:latin typeface="Times New Roman" panose="02020603050405020304" pitchFamily="18" charset="0"/>
                <a:cs typeface="Times New Roman" panose="02020603050405020304" pitchFamily="18" charset="0"/>
              </a:rPr>
              <a:t> tin </a:t>
            </a:r>
            <a:r>
              <a:rPr lang="en-US" sz="2500" dirty="0" err="1">
                <a:solidFill>
                  <a:srgbClr val="000000"/>
                </a:solidFill>
                <a:latin typeface="Times New Roman" panose="02020603050405020304" pitchFamily="18" charset="0"/>
                <a:cs typeface="Times New Roman" panose="02020603050405020304" pitchFamily="18" charset="0"/>
              </a:rPr>
              <a:t>cá</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nhân</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đổi</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mật</a:t>
            </a:r>
            <a:r>
              <a:rPr lang="en-US" sz="2500" dirty="0">
                <a:solidFill>
                  <a:srgbClr val="000000"/>
                </a:solidFill>
                <a:latin typeface="Times New Roman" panose="02020603050405020304" pitchFamily="18" charset="0"/>
                <a:cs typeface="Times New Roman" panose="02020603050405020304" pitchFamily="18" charset="0"/>
              </a:rPr>
              <a:t> </a:t>
            </a:r>
            <a:r>
              <a:rPr lang="en-US" sz="2500" dirty="0" err="1">
                <a:solidFill>
                  <a:srgbClr val="000000"/>
                </a:solidFill>
                <a:latin typeface="Times New Roman" panose="02020603050405020304" pitchFamily="18" charset="0"/>
                <a:cs typeface="Times New Roman" panose="02020603050405020304" pitchFamily="18" charset="0"/>
              </a:rPr>
              <a:t>khẩu</a:t>
            </a:r>
            <a:r>
              <a:rPr lang="en-US" sz="2500" dirty="0">
                <a:solidFill>
                  <a:srgbClr val="000000"/>
                </a:solidFill>
                <a:latin typeface="Times New Roman" panose="02020603050405020304" pitchFamily="18" charset="0"/>
                <a:cs typeface="Times New Roman" panose="02020603050405020304" pitchFamily="18" charset="0"/>
              </a:rPr>
              <a:t>.</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22"/>
        <p:cNvGrpSpPr/>
        <p:nvPr/>
      </p:nvGrpSpPr>
      <p:grpSpPr>
        <a:xfrm>
          <a:off x="0" y="0"/>
          <a:ext cx="0" cy="0"/>
          <a:chOff x="0" y="0"/>
          <a:chExt cx="0" cy="0"/>
        </a:xfrm>
      </p:grpSpPr>
      <p:sp>
        <p:nvSpPr>
          <p:cNvPr id="823" name="Google Shape;823;p14"/>
          <p:cNvSpPr/>
          <p:nvPr/>
        </p:nvSpPr>
        <p:spPr>
          <a:xfrm>
            <a:off x="2106720" y="415800"/>
            <a:ext cx="3862440" cy="45612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dirty="0">
                <a:solidFill>
                  <a:schemeClr val="tx1"/>
                </a:solidFill>
                <a:latin typeface="Calibri"/>
                <a:ea typeface="Calibri"/>
                <a:cs typeface="Calibri"/>
                <a:sym typeface="Calibri"/>
              </a:rPr>
              <a:t>SƠ ĐỒ USECASE TỔNG QUÁT</a:t>
            </a:r>
            <a:endParaRPr sz="2400" b="0" strike="noStrike" dirty="0">
              <a:solidFill>
                <a:schemeClr val="tx1"/>
              </a:solidFill>
              <a:latin typeface="Arial"/>
              <a:ea typeface="Arial"/>
              <a:cs typeface="Arial"/>
              <a:sym typeface="Arial"/>
            </a:endParaRPr>
          </a:p>
        </p:txBody>
      </p:sp>
      <p:pic>
        <p:nvPicPr>
          <p:cNvPr id="2" name="Picture 1">
            <a:extLst>
              <a:ext uri="{FF2B5EF4-FFF2-40B4-BE49-F238E27FC236}">
                <a16:creationId xmlns:a16="http://schemas.microsoft.com/office/drawing/2014/main" id="{8773F8AE-9227-8798-8199-0B3665DA62F4}"/>
              </a:ext>
            </a:extLst>
          </p:cNvPr>
          <p:cNvPicPr>
            <a:picLocks noChangeAspect="1"/>
          </p:cNvPicPr>
          <p:nvPr/>
        </p:nvPicPr>
        <p:blipFill rotWithShape="1">
          <a:blip r:embed="rId3">
            <a:extLst>
              <a:ext uri="{28A0092B-C50C-407E-A947-70E740481C1C}">
                <a14:useLocalDpi xmlns:a14="http://schemas.microsoft.com/office/drawing/2010/main" val="0"/>
              </a:ext>
            </a:extLst>
          </a:blip>
          <a:srcRect l="3141" t="895" r="22161" b="20974"/>
          <a:stretch/>
        </p:blipFill>
        <p:spPr bwMode="auto">
          <a:xfrm>
            <a:off x="3368040" y="1060524"/>
            <a:ext cx="5455920" cy="5226050"/>
          </a:xfrm>
          <a:prstGeom prst="rect">
            <a:avLst/>
          </a:prstGeom>
          <a:noFill/>
          <a:ln>
            <a:noFill/>
          </a:ln>
          <a:extLst>
            <a:ext uri="{53640926-AAD7-44D8-BBD7-CCE9431645EC}">
              <a14:shadowObscured xmlns:a14="http://schemas.microsoft.com/office/drawing/2010/main"/>
            </a:ext>
          </a:extLst>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p15"/>
          <p:cNvSpPr/>
          <p:nvPr/>
        </p:nvSpPr>
        <p:spPr>
          <a:xfrm>
            <a:off x="2106720" y="415800"/>
            <a:ext cx="3862440" cy="45612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vi-VN" sz="2400" b="1" strike="noStrike" dirty="0">
                <a:solidFill>
                  <a:schemeClr val="tx1"/>
                </a:solidFill>
                <a:latin typeface="Calibri"/>
                <a:ea typeface="Calibri"/>
                <a:cs typeface="Calibri"/>
                <a:sym typeface="Calibri"/>
              </a:rPr>
              <a:t>THIẾT KẾ </a:t>
            </a:r>
            <a:r>
              <a:rPr lang="en-US" sz="2400" b="1" strike="noStrike" dirty="0">
                <a:solidFill>
                  <a:schemeClr val="tx1"/>
                </a:solidFill>
                <a:latin typeface="Calibri"/>
                <a:ea typeface="Calibri"/>
                <a:cs typeface="Calibri"/>
                <a:sym typeface="Calibri"/>
              </a:rPr>
              <a:t>CƠ SỞ DỮ LIỆU</a:t>
            </a:r>
            <a:endParaRPr sz="2400" b="0" strike="noStrike" dirty="0">
              <a:solidFill>
                <a:schemeClr val="tx1"/>
              </a:solidFill>
              <a:latin typeface="Arial"/>
              <a:ea typeface="Arial"/>
              <a:cs typeface="Arial"/>
              <a:sym typeface="Arial"/>
            </a:endParaRPr>
          </a:p>
        </p:txBody>
      </p:sp>
      <p:pic>
        <p:nvPicPr>
          <p:cNvPr id="2" name="Picture 4">
            <a:extLst>
              <a:ext uri="{FF2B5EF4-FFF2-40B4-BE49-F238E27FC236}">
                <a16:creationId xmlns:a16="http://schemas.microsoft.com/office/drawing/2014/main" id="{FAB546A0-70FA-1774-6E88-DA9AFC1BFAA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rot="5400000">
            <a:off x="3174125" y="-607688"/>
            <a:ext cx="5636225" cy="87938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37"/>
        <p:cNvGrpSpPr/>
        <p:nvPr/>
      </p:nvGrpSpPr>
      <p:grpSpPr>
        <a:xfrm>
          <a:off x="0" y="0"/>
          <a:ext cx="0" cy="0"/>
          <a:chOff x="0" y="0"/>
          <a:chExt cx="0" cy="0"/>
        </a:xfrm>
      </p:grpSpPr>
      <p:grpSp>
        <p:nvGrpSpPr>
          <p:cNvPr id="838" name="Google Shape;838;p16"/>
          <p:cNvGrpSpPr/>
          <p:nvPr/>
        </p:nvGrpSpPr>
        <p:grpSpPr>
          <a:xfrm>
            <a:off x="2386080" y="0"/>
            <a:ext cx="3314880" cy="6857640"/>
            <a:chOff x="2386080" y="0"/>
            <a:chExt cx="3314880" cy="6857640"/>
          </a:xfrm>
        </p:grpSpPr>
        <p:sp>
          <p:nvSpPr>
            <p:cNvPr id="839" name="Google Shape;839;p16"/>
            <p:cNvSpPr/>
            <p:nvPr/>
          </p:nvSpPr>
          <p:spPr>
            <a:xfrm>
              <a:off x="3050280" y="0"/>
              <a:ext cx="1325520" cy="1142640"/>
            </a:xfrm>
            <a:prstGeom prst="triangle">
              <a:avLst>
                <a:gd name="adj" fmla="val 50000"/>
              </a:avLst>
            </a:prstGeom>
            <a:gradFill>
              <a:gsLst>
                <a:gs pos="0">
                  <a:srgbClr val="CF0000"/>
                </a:gs>
                <a:gs pos="48000">
                  <a:srgbClr val="FF3C3C"/>
                </a:gs>
                <a:gs pos="100000">
                  <a:srgbClr val="FF8787"/>
                </a:gs>
              </a:gsLst>
              <a:lin ang="162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16"/>
            <p:cNvSpPr/>
            <p:nvPr/>
          </p:nvSpPr>
          <p:spPr>
            <a:xfrm rot="10800000" flipH="1">
              <a:off x="3050280" y="1142640"/>
              <a:ext cx="1325520" cy="1142640"/>
            </a:xfrm>
            <a:prstGeom prst="triangle">
              <a:avLst>
                <a:gd name="adj" fmla="val 50000"/>
              </a:avLst>
            </a:prstGeom>
            <a:solidFill>
              <a:srgbClr val="8800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16"/>
            <p:cNvSpPr/>
            <p:nvPr/>
          </p:nvSpPr>
          <p:spPr>
            <a:xfrm rot="10800000" flipH="1">
              <a:off x="2386080" y="0"/>
              <a:ext cx="1325520" cy="1142640"/>
            </a:xfrm>
            <a:prstGeom prst="triangle">
              <a:avLst>
                <a:gd name="adj" fmla="val 50000"/>
              </a:avLst>
            </a:prstGeom>
            <a:gradFill>
              <a:gsLst>
                <a:gs pos="0">
                  <a:srgbClr val="FF7A7B"/>
                </a:gs>
                <a:gs pos="35000">
                  <a:srgbClr val="FFA3A3"/>
                </a:gs>
                <a:gs pos="100000">
                  <a:srgbClr val="FFD6D6"/>
                </a:gs>
              </a:gsLst>
              <a:lin ang="16200000" scaled="0"/>
            </a:gradFill>
            <a:ln w="9525" cap="flat" cmpd="sng">
              <a:solidFill>
                <a:srgbClr val="FD3030"/>
              </a:solidFill>
              <a:prstDash val="solid"/>
              <a:miter lim="8000"/>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16"/>
            <p:cNvSpPr/>
            <p:nvPr/>
          </p:nvSpPr>
          <p:spPr>
            <a:xfrm>
              <a:off x="3712320" y="1143000"/>
              <a:ext cx="1325520" cy="1142640"/>
            </a:xfrm>
            <a:prstGeom prst="triangle">
              <a:avLst>
                <a:gd name="adj" fmla="val 50000"/>
              </a:avLst>
            </a:prstGeom>
            <a:solidFill>
              <a:srgbClr val="ED37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16"/>
            <p:cNvSpPr/>
            <p:nvPr/>
          </p:nvSpPr>
          <p:spPr>
            <a:xfrm rot="10800000" flipH="1">
              <a:off x="3713400" y="2285640"/>
              <a:ext cx="1325520" cy="1142640"/>
            </a:xfrm>
            <a:prstGeom prst="triangle">
              <a:avLst>
                <a:gd name="adj" fmla="val 50000"/>
              </a:avLst>
            </a:prstGeom>
            <a:solidFill>
              <a:srgbClr val="EB19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16"/>
            <p:cNvSpPr/>
            <p:nvPr/>
          </p:nvSpPr>
          <p:spPr>
            <a:xfrm>
              <a:off x="4375440" y="2286000"/>
              <a:ext cx="1325520" cy="1142640"/>
            </a:xfrm>
            <a:prstGeom prst="triangle">
              <a:avLst>
                <a:gd name="adj" fmla="val 50000"/>
              </a:avLst>
            </a:prstGeom>
            <a:solidFill>
              <a:srgbClr val="C21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16"/>
            <p:cNvSpPr/>
            <p:nvPr/>
          </p:nvSpPr>
          <p:spPr>
            <a:xfrm rot="10800000" flipH="1">
              <a:off x="4375440" y="3428640"/>
              <a:ext cx="1325520" cy="1142640"/>
            </a:xfrm>
            <a:prstGeom prst="triangle">
              <a:avLst>
                <a:gd name="adj" fmla="val 50000"/>
              </a:avLst>
            </a:prstGeom>
            <a:solidFill>
              <a:srgbClr val="ED37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16"/>
            <p:cNvSpPr/>
            <p:nvPr/>
          </p:nvSpPr>
          <p:spPr>
            <a:xfrm>
              <a:off x="3711960" y="3429000"/>
              <a:ext cx="1325520" cy="1142640"/>
            </a:xfrm>
            <a:prstGeom prst="triangle">
              <a:avLst>
                <a:gd name="adj" fmla="val 50000"/>
              </a:avLst>
            </a:prstGeom>
            <a:solidFill>
              <a:srgbClr val="8800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16"/>
            <p:cNvSpPr/>
            <p:nvPr/>
          </p:nvSpPr>
          <p:spPr>
            <a:xfrm rot="10800000" flipH="1">
              <a:off x="3711960" y="4571640"/>
              <a:ext cx="1325520" cy="1142640"/>
            </a:xfrm>
            <a:prstGeom prst="triangle">
              <a:avLst>
                <a:gd name="adj" fmla="val 50000"/>
              </a:avLst>
            </a:pr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16"/>
            <p:cNvSpPr/>
            <p:nvPr/>
          </p:nvSpPr>
          <p:spPr>
            <a:xfrm>
              <a:off x="3047400" y="4572000"/>
              <a:ext cx="1325520" cy="114264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16"/>
            <p:cNvSpPr/>
            <p:nvPr/>
          </p:nvSpPr>
          <p:spPr>
            <a:xfrm rot="10800000" flipH="1">
              <a:off x="3050280" y="5714640"/>
              <a:ext cx="1325520" cy="1142640"/>
            </a:xfrm>
            <a:prstGeom prst="triangle">
              <a:avLst>
                <a:gd name="adj" fmla="val 50000"/>
              </a:avLst>
            </a:pr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16"/>
            <p:cNvSpPr/>
            <p:nvPr/>
          </p:nvSpPr>
          <p:spPr>
            <a:xfrm>
              <a:off x="2386080" y="5715000"/>
              <a:ext cx="1325520" cy="114264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1" name="Google Shape;851;p16"/>
          <p:cNvSpPr/>
          <p:nvPr/>
        </p:nvSpPr>
        <p:spPr>
          <a:xfrm>
            <a:off x="820800" y="3013560"/>
            <a:ext cx="3767760" cy="82152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4800" b="1" i="1" strike="noStrike">
                <a:solidFill>
                  <a:srgbClr val="FF3737"/>
                </a:solidFill>
                <a:latin typeface="Calibri"/>
                <a:ea typeface="Calibri"/>
                <a:cs typeface="Calibri"/>
                <a:sym typeface="Calibri"/>
              </a:rPr>
              <a:t>Phần 04 :</a:t>
            </a:r>
            <a:endParaRPr sz="4800" b="0" strike="noStrike">
              <a:solidFill>
                <a:schemeClr val="dk1"/>
              </a:solidFill>
              <a:latin typeface="Arial"/>
              <a:ea typeface="Arial"/>
              <a:cs typeface="Arial"/>
              <a:sym typeface="Arial"/>
            </a:endParaRPr>
          </a:p>
        </p:txBody>
      </p:sp>
      <p:grpSp>
        <p:nvGrpSpPr>
          <p:cNvPr id="852" name="Google Shape;852;p16"/>
          <p:cNvGrpSpPr/>
          <p:nvPr/>
        </p:nvGrpSpPr>
        <p:grpSpPr>
          <a:xfrm>
            <a:off x="5867401" y="2495347"/>
            <a:ext cx="4937098" cy="2914853"/>
            <a:chOff x="5894486" y="1770109"/>
            <a:chExt cx="5259520" cy="365051"/>
          </a:xfrm>
        </p:grpSpPr>
        <p:sp>
          <p:nvSpPr>
            <p:cNvPr id="853" name="Google Shape;853;p16"/>
            <p:cNvSpPr/>
            <p:nvPr/>
          </p:nvSpPr>
          <p:spPr>
            <a:xfrm>
              <a:off x="5894486" y="1770109"/>
              <a:ext cx="5259520" cy="219527"/>
            </a:xfrm>
            <a:prstGeom prst="rect">
              <a:avLst/>
            </a:prstGeom>
            <a:no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5400" b="1" strike="noStrik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DEMO </a:t>
              </a:r>
              <a:endParaRPr sz="5400" b="1" dirty="0">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100000"/>
                </a:lnSpc>
                <a:spcBef>
                  <a:spcPts val="0"/>
                </a:spcBef>
                <a:spcAft>
                  <a:spcPts val="0"/>
                </a:spcAft>
                <a:buNone/>
              </a:pPr>
              <a:r>
                <a:rPr lang="en-US" sz="5400" b="1" strike="noStrik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SẢN PHẨM</a:t>
              </a:r>
              <a:endParaRPr sz="5400" b="1" strike="noStrik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854" name="Google Shape;854;p16"/>
            <p:cNvSpPr/>
            <p:nvPr/>
          </p:nvSpPr>
          <p:spPr>
            <a:xfrm>
              <a:off x="6525360" y="1770480"/>
              <a:ext cx="297000" cy="364680"/>
            </a:xfrm>
            <a:prstGeom prst="rect">
              <a:avLst/>
            </a:prstGeom>
            <a:no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1800" b="0" i="1" strike="noStrike">
                  <a:solidFill>
                    <a:srgbClr val="FFFFFF"/>
                  </a:solidFill>
                  <a:latin typeface="Calibri"/>
                  <a:ea typeface="Calibri"/>
                  <a:cs typeface="Calibri"/>
                  <a:sym typeface="Calibri"/>
                </a:rPr>
                <a:t>1</a:t>
              </a:r>
              <a:endParaRPr sz="1800" b="0" strike="noStrike">
                <a:solidFill>
                  <a:schemeClr val="dk1"/>
                </a:solidFill>
                <a:latin typeface="Arial"/>
                <a:ea typeface="Arial"/>
                <a:cs typeface="Arial"/>
                <a:sym typeface="Arial"/>
              </a:endParaRPr>
            </a:p>
          </p:txBody>
        </p:sp>
      </p:grpSp>
      <p:sp>
        <p:nvSpPr>
          <p:cNvPr id="855" name="Google Shape;855;p16"/>
          <p:cNvSpPr/>
          <p:nvPr/>
        </p:nvSpPr>
        <p:spPr>
          <a:xfrm>
            <a:off x="11430000" y="76200"/>
            <a:ext cx="643320" cy="593280"/>
          </a:xfrm>
          <a:custGeom>
            <a:avLst/>
            <a:gdLst/>
            <a:ahLst/>
            <a:cxnLst/>
            <a:rect l="l" t="t" r="r" b="b"/>
            <a:pathLst>
              <a:path w="578320" h="533197" extrusionOk="0">
                <a:moveTo>
                  <a:pt x="469488" y="312166"/>
                </a:moveTo>
                <a:cubicBezTo>
                  <a:pt x="499002" y="312166"/>
                  <a:pt x="523904" y="335190"/>
                  <a:pt x="523904" y="363740"/>
                </a:cubicBezTo>
                <a:lnTo>
                  <a:pt x="523904" y="376634"/>
                </a:lnTo>
                <a:cubicBezTo>
                  <a:pt x="523904" y="376634"/>
                  <a:pt x="529438" y="381238"/>
                  <a:pt x="527594" y="391369"/>
                </a:cubicBezTo>
                <a:cubicBezTo>
                  <a:pt x="526671" y="404262"/>
                  <a:pt x="512837" y="411630"/>
                  <a:pt x="512837" y="411630"/>
                </a:cubicBezTo>
                <a:cubicBezTo>
                  <a:pt x="512837" y="411630"/>
                  <a:pt x="509147" y="430970"/>
                  <a:pt x="498080" y="440180"/>
                </a:cubicBezTo>
                <a:cubicBezTo>
                  <a:pt x="494391" y="467809"/>
                  <a:pt x="513759" y="470572"/>
                  <a:pt x="529438" y="475176"/>
                </a:cubicBezTo>
                <a:cubicBezTo>
                  <a:pt x="555263" y="483465"/>
                  <a:pt x="578320" y="485307"/>
                  <a:pt x="578320" y="518462"/>
                </a:cubicBezTo>
                <a:cubicBezTo>
                  <a:pt x="578320" y="525829"/>
                  <a:pt x="543273" y="532276"/>
                  <a:pt x="485168" y="533197"/>
                </a:cubicBezTo>
                <a:lnTo>
                  <a:pt x="477789" y="486228"/>
                </a:lnTo>
                <a:lnTo>
                  <a:pt x="481478" y="479781"/>
                </a:lnTo>
                <a:cubicBezTo>
                  <a:pt x="481478" y="478860"/>
                  <a:pt x="481478" y="477939"/>
                  <a:pt x="480556" y="477939"/>
                </a:cubicBezTo>
                <a:lnTo>
                  <a:pt x="471333" y="466888"/>
                </a:lnTo>
                <a:cubicBezTo>
                  <a:pt x="470411" y="465967"/>
                  <a:pt x="468566" y="465967"/>
                  <a:pt x="467644" y="466888"/>
                </a:cubicBezTo>
                <a:lnTo>
                  <a:pt x="458421" y="477939"/>
                </a:lnTo>
                <a:cubicBezTo>
                  <a:pt x="457499" y="477939"/>
                  <a:pt x="457499" y="478860"/>
                  <a:pt x="458421" y="479781"/>
                </a:cubicBezTo>
                <a:lnTo>
                  <a:pt x="462110" y="486228"/>
                </a:lnTo>
                <a:lnTo>
                  <a:pt x="454732" y="533197"/>
                </a:lnTo>
                <a:cubicBezTo>
                  <a:pt x="396627" y="532276"/>
                  <a:pt x="361579" y="525829"/>
                  <a:pt x="361579" y="518462"/>
                </a:cubicBezTo>
                <a:cubicBezTo>
                  <a:pt x="361579" y="485307"/>
                  <a:pt x="384637" y="483465"/>
                  <a:pt x="409539" y="475176"/>
                </a:cubicBezTo>
                <a:cubicBezTo>
                  <a:pt x="425218" y="470572"/>
                  <a:pt x="444586" y="466888"/>
                  <a:pt x="440897" y="440180"/>
                </a:cubicBezTo>
                <a:cubicBezTo>
                  <a:pt x="430752" y="430970"/>
                  <a:pt x="427063" y="411630"/>
                  <a:pt x="427063" y="411630"/>
                </a:cubicBezTo>
                <a:cubicBezTo>
                  <a:pt x="427063" y="411630"/>
                  <a:pt x="413228" y="404262"/>
                  <a:pt x="411383" y="391369"/>
                </a:cubicBezTo>
                <a:cubicBezTo>
                  <a:pt x="410461" y="381238"/>
                  <a:pt x="415995" y="376634"/>
                  <a:pt x="415995" y="376634"/>
                </a:cubicBezTo>
                <a:lnTo>
                  <a:pt x="415995" y="363740"/>
                </a:lnTo>
                <a:cubicBezTo>
                  <a:pt x="415995" y="335190"/>
                  <a:pt x="439975" y="312166"/>
                  <a:pt x="469488" y="312166"/>
                </a:cubicBezTo>
                <a:close/>
                <a:moveTo>
                  <a:pt x="107909" y="312166"/>
                </a:moveTo>
                <a:cubicBezTo>
                  <a:pt x="138345" y="312166"/>
                  <a:pt x="162325" y="335190"/>
                  <a:pt x="162325" y="363740"/>
                </a:cubicBezTo>
                <a:lnTo>
                  <a:pt x="162325" y="376634"/>
                </a:lnTo>
                <a:cubicBezTo>
                  <a:pt x="162325" y="376634"/>
                  <a:pt x="167859" y="381238"/>
                  <a:pt x="166937" y="391369"/>
                </a:cubicBezTo>
                <a:cubicBezTo>
                  <a:pt x="165092" y="404262"/>
                  <a:pt x="151257" y="411630"/>
                  <a:pt x="151257" y="411630"/>
                </a:cubicBezTo>
                <a:cubicBezTo>
                  <a:pt x="151257" y="411630"/>
                  <a:pt x="147568" y="430970"/>
                  <a:pt x="137423" y="440180"/>
                </a:cubicBezTo>
                <a:cubicBezTo>
                  <a:pt x="132811" y="467809"/>
                  <a:pt x="152180" y="470572"/>
                  <a:pt x="167859" y="475176"/>
                </a:cubicBezTo>
                <a:cubicBezTo>
                  <a:pt x="193684" y="483465"/>
                  <a:pt x="216741" y="485307"/>
                  <a:pt x="216741" y="518462"/>
                </a:cubicBezTo>
                <a:cubicBezTo>
                  <a:pt x="216741" y="525829"/>
                  <a:pt x="181693" y="532276"/>
                  <a:pt x="123588" y="533197"/>
                </a:cubicBezTo>
                <a:lnTo>
                  <a:pt x="116210" y="486228"/>
                </a:lnTo>
                <a:lnTo>
                  <a:pt x="119899" y="479781"/>
                </a:lnTo>
                <a:cubicBezTo>
                  <a:pt x="120821" y="478860"/>
                  <a:pt x="119899" y="477939"/>
                  <a:pt x="119899" y="477939"/>
                </a:cubicBezTo>
                <a:lnTo>
                  <a:pt x="109754" y="466888"/>
                </a:lnTo>
                <a:cubicBezTo>
                  <a:pt x="108832" y="465967"/>
                  <a:pt x="107909" y="465967"/>
                  <a:pt x="106987" y="466888"/>
                </a:cubicBezTo>
                <a:lnTo>
                  <a:pt x="96842" y="477939"/>
                </a:lnTo>
                <a:cubicBezTo>
                  <a:pt x="96842" y="477939"/>
                  <a:pt x="95919" y="478860"/>
                  <a:pt x="96842" y="479781"/>
                </a:cubicBezTo>
                <a:lnTo>
                  <a:pt x="100531" y="486228"/>
                </a:lnTo>
                <a:lnTo>
                  <a:pt x="93152" y="533197"/>
                </a:lnTo>
                <a:cubicBezTo>
                  <a:pt x="35047" y="532276"/>
                  <a:pt x="0" y="525829"/>
                  <a:pt x="0" y="518462"/>
                </a:cubicBezTo>
                <a:cubicBezTo>
                  <a:pt x="0" y="485307"/>
                  <a:pt x="23057" y="483465"/>
                  <a:pt x="48882" y="475176"/>
                </a:cubicBezTo>
                <a:cubicBezTo>
                  <a:pt x="64561" y="470572"/>
                  <a:pt x="83929" y="466888"/>
                  <a:pt x="79318" y="440180"/>
                </a:cubicBezTo>
                <a:cubicBezTo>
                  <a:pt x="69173" y="430970"/>
                  <a:pt x="65483" y="411630"/>
                  <a:pt x="65483" y="411630"/>
                </a:cubicBezTo>
                <a:cubicBezTo>
                  <a:pt x="65483" y="411630"/>
                  <a:pt x="51649" y="404262"/>
                  <a:pt x="49804" y="391369"/>
                </a:cubicBezTo>
                <a:cubicBezTo>
                  <a:pt x="48882" y="381238"/>
                  <a:pt x="54416" y="376634"/>
                  <a:pt x="54416" y="376634"/>
                </a:cubicBezTo>
                <a:lnTo>
                  <a:pt x="54416" y="363740"/>
                </a:lnTo>
                <a:cubicBezTo>
                  <a:pt x="54416" y="335190"/>
                  <a:pt x="78396" y="312166"/>
                  <a:pt x="107909" y="312166"/>
                </a:cubicBezTo>
                <a:close/>
                <a:moveTo>
                  <a:pt x="288717" y="237601"/>
                </a:moveTo>
                <a:cubicBezTo>
                  <a:pt x="297024" y="237601"/>
                  <a:pt x="303485" y="244048"/>
                  <a:pt x="303485" y="252338"/>
                </a:cubicBezTo>
                <a:lnTo>
                  <a:pt x="303485" y="331547"/>
                </a:lnTo>
                <a:lnTo>
                  <a:pt x="384708" y="398782"/>
                </a:lnTo>
                <a:cubicBezTo>
                  <a:pt x="390246" y="403387"/>
                  <a:pt x="391169" y="412598"/>
                  <a:pt x="386554" y="419045"/>
                </a:cubicBezTo>
                <a:cubicBezTo>
                  <a:pt x="383785" y="421808"/>
                  <a:pt x="379170" y="423650"/>
                  <a:pt x="375478" y="423650"/>
                </a:cubicBezTo>
                <a:cubicBezTo>
                  <a:pt x="371786" y="423650"/>
                  <a:pt x="369017" y="422729"/>
                  <a:pt x="366248" y="420887"/>
                </a:cubicBezTo>
                <a:lnTo>
                  <a:pt x="288717" y="356415"/>
                </a:lnTo>
                <a:lnTo>
                  <a:pt x="212108" y="420887"/>
                </a:lnTo>
                <a:cubicBezTo>
                  <a:pt x="205647" y="425492"/>
                  <a:pt x="196417" y="424571"/>
                  <a:pt x="191802" y="419045"/>
                </a:cubicBezTo>
                <a:cubicBezTo>
                  <a:pt x="186264" y="412598"/>
                  <a:pt x="187187" y="403387"/>
                  <a:pt x="193648" y="398782"/>
                </a:cubicBezTo>
                <a:lnTo>
                  <a:pt x="274872" y="331547"/>
                </a:lnTo>
                <a:lnTo>
                  <a:pt x="274872" y="252338"/>
                </a:lnTo>
                <a:cubicBezTo>
                  <a:pt x="274872" y="244048"/>
                  <a:pt x="281333" y="237601"/>
                  <a:pt x="288717" y="237601"/>
                </a:cubicBezTo>
                <a:close/>
                <a:moveTo>
                  <a:pt x="288699" y="0"/>
                </a:moveTo>
                <a:cubicBezTo>
                  <a:pt x="318213" y="0"/>
                  <a:pt x="343115" y="22103"/>
                  <a:pt x="343115" y="50653"/>
                </a:cubicBezTo>
                <a:lnTo>
                  <a:pt x="343115" y="63546"/>
                </a:lnTo>
                <a:cubicBezTo>
                  <a:pt x="343115" y="63546"/>
                  <a:pt x="348649" y="68151"/>
                  <a:pt x="346805" y="78282"/>
                </a:cubicBezTo>
                <a:cubicBezTo>
                  <a:pt x="345882" y="92096"/>
                  <a:pt x="332048" y="98543"/>
                  <a:pt x="332048" y="98543"/>
                </a:cubicBezTo>
                <a:cubicBezTo>
                  <a:pt x="332048" y="98543"/>
                  <a:pt x="328358" y="117883"/>
                  <a:pt x="318213" y="127093"/>
                </a:cubicBezTo>
                <a:cubicBezTo>
                  <a:pt x="313602" y="154722"/>
                  <a:pt x="332970" y="157484"/>
                  <a:pt x="348649" y="163010"/>
                </a:cubicBezTo>
                <a:cubicBezTo>
                  <a:pt x="374474" y="171299"/>
                  <a:pt x="397531" y="172220"/>
                  <a:pt x="397531" y="206295"/>
                </a:cubicBezTo>
                <a:cubicBezTo>
                  <a:pt x="397531" y="212742"/>
                  <a:pt x="362484" y="219189"/>
                  <a:pt x="304379" y="220110"/>
                </a:cubicBezTo>
                <a:lnTo>
                  <a:pt x="297000" y="173141"/>
                </a:lnTo>
                <a:lnTo>
                  <a:pt x="300689" y="167615"/>
                </a:lnTo>
                <a:cubicBezTo>
                  <a:pt x="300689" y="166694"/>
                  <a:pt x="300689" y="165773"/>
                  <a:pt x="300689" y="164852"/>
                </a:cubicBezTo>
                <a:lnTo>
                  <a:pt x="290544" y="154722"/>
                </a:lnTo>
                <a:cubicBezTo>
                  <a:pt x="289622" y="153801"/>
                  <a:pt x="287777" y="153801"/>
                  <a:pt x="287777" y="154722"/>
                </a:cubicBezTo>
                <a:lnTo>
                  <a:pt x="277632" y="164852"/>
                </a:lnTo>
                <a:cubicBezTo>
                  <a:pt x="276710" y="165773"/>
                  <a:pt x="276710" y="166694"/>
                  <a:pt x="277632" y="167615"/>
                </a:cubicBezTo>
                <a:lnTo>
                  <a:pt x="281321" y="173141"/>
                </a:lnTo>
                <a:lnTo>
                  <a:pt x="273943" y="221031"/>
                </a:lnTo>
                <a:cubicBezTo>
                  <a:pt x="215838" y="219189"/>
                  <a:pt x="180790" y="212742"/>
                  <a:pt x="180790" y="206295"/>
                </a:cubicBezTo>
                <a:cubicBezTo>
                  <a:pt x="180790" y="172220"/>
                  <a:pt x="203848" y="171299"/>
                  <a:pt x="228750" y="163010"/>
                </a:cubicBezTo>
                <a:cubicBezTo>
                  <a:pt x="244429" y="157484"/>
                  <a:pt x="264720" y="154722"/>
                  <a:pt x="260108" y="127093"/>
                </a:cubicBezTo>
                <a:cubicBezTo>
                  <a:pt x="249963" y="117883"/>
                  <a:pt x="246274" y="98543"/>
                  <a:pt x="246274" y="98543"/>
                </a:cubicBezTo>
                <a:cubicBezTo>
                  <a:pt x="246274" y="98543"/>
                  <a:pt x="232439" y="92096"/>
                  <a:pt x="230594" y="78282"/>
                </a:cubicBezTo>
                <a:cubicBezTo>
                  <a:pt x="229672" y="68151"/>
                  <a:pt x="235206" y="63546"/>
                  <a:pt x="235206" y="63546"/>
                </a:cubicBezTo>
                <a:lnTo>
                  <a:pt x="235206" y="50653"/>
                </a:lnTo>
                <a:cubicBezTo>
                  <a:pt x="235206" y="22103"/>
                  <a:pt x="259186" y="0"/>
                  <a:pt x="2886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16"/>
          <p:cNvSpPr txBox="1"/>
          <p:nvPr/>
        </p:nvSpPr>
        <p:spPr>
          <a:xfrm>
            <a:off x="152400" y="6242200"/>
            <a:ext cx="2590800" cy="3651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Đồ án tốt nghiệp</a:t>
            </a:r>
            <a:endParaRPr sz="18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grpSp>
        <p:nvGrpSpPr>
          <p:cNvPr id="862" name="Google Shape;862;p17"/>
          <p:cNvGrpSpPr/>
          <p:nvPr/>
        </p:nvGrpSpPr>
        <p:grpSpPr>
          <a:xfrm>
            <a:off x="2386080" y="0"/>
            <a:ext cx="3314880" cy="6857640"/>
            <a:chOff x="2386080" y="0"/>
            <a:chExt cx="3314880" cy="6857640"/>
          </a:xfrm>
        </p:grpSpPr>
        <p:sp>
          <p:nvSpPr>
            <p:cNvPr id="863" name="Google Shape;863;p17"/>
            <p:cNvSpPr/>
            <p:nvPr/>
          </p:nvSpPr>
          <p:spPr>
            <a:xfrm>
              <a:off x="3050280" y="0"/>
              <a:ext cx="1325520" cy="1142640"/>
            </a:xfrm>
            <a:prstGeom prst="triangle">
              <a:avLst>
                <a:gd name="adj" fmla="val 50000"/>
              </a:avLst>
            </a:prstGeom>
            <a:gradFill>
              <a:gsLst>
                <a:gs pos="0">
                  <a:srgbClr val="CF0000"/>
                </a:gs>
                <a:gs pos="48000">
                  <a:srgbClr val="FF3C3C"/>
                </a:gs>
                <a:gs pos="100000">
                  <a:srgbClr val="FF8787"/>
                </a:gs>
              </a:gsLst>
              <a:lin ang="162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17"/>
            <p:cNvSpPr/>
            <p:nvPr/>
          </p:nvSpPr>
          <p:spPr>
            <a:xfrm rot="10800000" flipH="1">
              <a:off x="3050280" y="1142640"/>
              <a:ext cx="1325520" cy="1142640"/>
            </a:xfrm>
            <a:prstGeom prst="triangle">
              <a:avLst>
                <a:gd name="adj" fmla="val 50000"/>
              </a:avLst>
            </a:prstGeom>
            <a:solidFill>
              <a:srgbClr val="8800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17"/>
            <p:cNvSpPr/>
            <p:nvPr/>
          </p:nvSpPr>
          <p:spPr>
            <a:xfrm rot="10800000" flipH="1">
              <a:off x="2386080" y="0"/>
              <a:ext cx="1325520" cy="1142640"/>
            </a:xfrm>
            <a:prstGeom prst="triangle">
              <a:avLst>
                <a:gd name="adj" fmla="val 50000"/>
              </a:avLst>
            </a:prstGeom>
            <a:gradFill>
              <a:gsLst>
                <a:gs pos="0">
                  <a:srgbClr val="FF7A7B"/>
                </a:gs>
                <a:gs pos="35000">
                  <a:srgbClr val="FFA3A3"/>
                </a:gs>
                <a:gs pos="100000">
                  <a:srgbClr val="FFD6D6"/>
                </a:gs>
              </a:gsLst>
              <a:lin ang="16200000" scaled="0"/>
            </a:gradFill>
            <a:ln w="9525" cap="flat" cmpd="sng">
              <a:solidFill>
                <a:srgbClr val="FD3030"/>
              </a:solidFill>
              <a:prstDash val="solid"/>
              <a:miter lim="8000"/>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17"/>
            <p:cNvSpPr/>
            <p:nvPr/>
          </p:nvSpPr>
          <p:spPr>
            <a:xfrm>
              <a:off x="3712320" y="1143000"/>
              <a:ext cx="1325520" cy="1142640"/>
            </a:xfrm>
            <a:prstGeom prst="triangle">
              <a:avLst>
                <a:gd name="adj" fmla="val 50000"/>
              </a:avLst>
            </a:prstGeom>
            <a:solidFill>
              <a:srgbClr val="ED37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17"/>
            <p:cNvSpPr/>
            <p:nvPr/>
          </p:nvSpPr>
          <p:spPr>
            <a:xfrm rot="10800000" flipH="1">
              <a:off x="3713400" y="2285640"/>
              <a:ext cx="1325520" cy="1142640"/>
            </a:xfrm>
            <a:prstGeom prst="triangle">
              <a:avLst>
                <a:gd name="adj" fmla="val 50000"/>
              </a:avLst>
            </a:prstGeom>
            <a:solidFill>
              <a:srgbClr val="EB19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17"/>
            <p:cNvSpPr/>
            <p:nvPr/>
          </p:nvSpPr>
          <p:spPr>
            <a:xfrm>
              <a:off x="4375440" y="2286000"/>
              <a:ext cx="1325520" cy="1142640"/>
            </a:xfrm>
            <a:prstGeom prst="triangle">
              <a:avLst>
                <a:gd name="adj" fmla="val 50000"/>
              </a:avLst>
            </a:prstGeom>
            <a:solidFill>
              <a:srgbClr val="C212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17"/>
            <p:cNvSpPr/>
            <p:nvPr/>
          </p:nvSpPr>
          <p:spPr>
            <a:xfrm rot="10800000" flipH="1">
              <a:off x="4375440" y="3428640"/>
              <a:ext cx="1325520" cy="1142640"/>
            </a:xfrm>
            <a:prstGeom prst="triangle">
              <a:avLst>
                <a:gd name="adj" fmla="val 50000"/>
              </a:avLst>
            </a:prstGeom>
            <a:solidFill>
              <a:srgbClr val="ED37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17"/>
            <p:cNvSpPr/>
            <p:nvPr/>
          </p:nvSpPr>
          <p:spPr>
            <a:xfrm>
              <a:off x="3711960" y="3429000"/>
              <a:ext cx="1325520" cy="1142640"/>
            </a:xfrm>
            <a:prstGeom prst="triangle">
              <a:avLst>
                <a:gd name="adj" fmla="val 50000"/>
              </a:avLst>
            </a:prstGeom>
            <a:solidFill>
              <a:srgbClr val="8800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17"/>
            <p:cNvSpPr/>
            <p:nvPr/>
          </p:nvSpPr>
          <p:spPr>
            <a:xfrm rot="10800000" flipH="1">
              <a:off x="3711960" y="4571640"/>
              <a:ext cx="1325520" cy="1142640"/>
            </a:xfrm>
            <a:prstGeom prst="triangle">
              <a:avLst>
                <a:gd name="adj" fmla="val 50000"/>
              </a:avLst>
            </a:pr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17"/>
            <p:cNvSpPr/>
            <p:nvPr/>
          </p:nvSpPr>
          <p:spPr>
            <a:xfrm>
              <a:off x="3047400" y="4572000"/>
              <a:ext cx="1325520" cy="114264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17"/>
            <p:cNvSpPr/>
            <p:nvPr/>
          </p:nvSpPr>
          <p:spPr>
            <a:xfrm rot="10800000" flipH="1">
              <a:off x="3050280" y="5714640"/>
              <a:ext cx="1325520" cy="1142640"/>
            </a:xfrm>
            <a:prstGeom prst="triangle">
              <a:avLst>
                <a:gd name="adj" fmla="val 50000"/>
              </a:avLst>
            </a:pr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17"/>
            <p:cNvSpPr/>
            <p:nvPr/>
          </p:nvSpPr>
          <p:spPr>
            <a:xfrm>
              <a:off x="2386080" y="5715000"/>
              <a:ext cx="1325520" cy="114264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5" name="Google Shape;875;p17"/>
          <p:cNvSpPr/>
          <p:nvPr/>
        </p:nvSpPr>
        <p:spPr>
          <a:xfrm>
            <a:off x="820800" y="3013560"/>
            <a:ext cx="3767760" cy="82152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4800" b="1" i="1" strike="noStrike">
                <a:solidFill>
                  <a:srgbClr val="FF3737"/>
                </a:solidFill>
                <a:latin typeface="Calibri"/>
                <a:ea typeface="Calibri"/>
                <a:cs typeface="Calibri"/>
                <a:sym typeface="Calibri"/>
              </a:rPr>
              <a:t>Phần 05 :</a:t>
            </a:r>
            <a:endParaRPr sz="4800" b="0" strike="noStrike">
              <a:solidFill>
                <a:schemeClr val="dk1"/>
              </a:solidFill>
              <a:latin typeface="Arial"/>
              <a:ea typeface="Arial"/>
              <a:cs typeface="Arial"/>
              <a:sym typeface="Arial"/>
            </a:endParaRPr>
          </a:p>
        </p:txBody>
      </p:sp>
      <p:grpSp>
        <p:nvGrpSpPr>
          <p:cNvPr id="876" name="Google Shape;876;p17"/>
          <p:cNvGrpSpPr/>
          <p:nvPr/>
        </p:nvGrpSpPr>
        <p:grpSpPr>
          <a:xfrm>
            <a:off x="5722112" y="967831"/>
            <a:ext cx="6069272" cy="3208814"/>
            <a:chOff x="5910913" y="1770480"/>
            <a:chExt cx="4987105" cy="401866"/>
          </a:xfrm>
        </p:grpSpPr>
        <p:sp>
          <p:nvSpPr>
            <p:cNvPr id="877" name="Google Shape;877;p17"/>
            <p:cNvSpPr/>
            <p:nvPr/>
          </p:nvSpPr>
          <p:spPr>
            <a:xfrm>
              <a:off x="5910913" y="1952820"/>
              <a:ext cx="4987105" cy="219526"/>
            </a:xfrm>
            <a:prstGeom prst="rect">
              <a:avLst/>
            </a:prstGeom>
            <a:no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5400" b="1" strike="noStrik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HẠN CHẾ</a:t>
              </a:r>
              <a:r>
                <a:rPr lang="en-US" sz="5400" b="1" strike="noStrike" dirty="0">
                  <a:latin typeface="Calibri" panose="020F0502020204030204" pitchFamily="34" charset="0"/>
                  <a:ea typeface="Calibri" panose="020F0502020204030204" pitchFamily="34" charset="0"/>
                  <a:cs typeface="Calibri" panose="020F0502020204030204" pitchFamily="34" charset="0"/>
                </a:rPr>
                <a:t> </a:t>
              </a:r>
              <a:r>
                <a:rPr lang="en-US" sz="5400" b="1"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&amp;</a:t>
              </a:r>
              <a:endParaRPr sz="5400" b="1"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ctr" rtl="0">
                <a:lnSpc>
                  <a:spcPct val="100000"/>
                </a:lnSpc>
                <a:spcBef>
                  <a:spcPts val="0"/>
                </a:spcBef>
                <a:spcAft>
                  <a:spcPts val="0"/>
                </a:spcAft>
                <a:buNone/>
              </a:pPr>
              <a:r>
                <a:rPr lang="en-US" sz="5400" b="1"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HƯỚNG PHÁT TRIỂN</a:t>
              </a:r>
              <a:endParaRPr sz="5400" b="1" dirty="0">
                <a:latin typeface="Calibri" panose="020F0502020204030204" pitchFamily="34" charset="0"/>
                <a:ea typeface="Calibri" panose="020F0502020204030204" pitchFamily="34" charset="0"/>
                <a:cs typeface="Calibri" panose="020F0502020204030204" pitchFamily="34" charset="0"/>
              </a:endParaRPr>
            </a:p>
          </p:txBody>
        </p:sp>
        <p:sp>
          <p:nvSpPr>
            <p:cNvPr id="878" name="Google Shape;878;p17"/>
            <p:cNvSpPr/>
            <p:nvPr/>
          </p:nvSpPr>
          <p:spPr>
            <a:xfrm>
              <a:off x="6525360" y="1770480"/>
              <a:ext cx="297000" cy="364680"/>
            </a:xfrm>
            <a:prstGeom prst="rect">
              <a:avLst/>
            </a:prstGeom>
            <a:no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1800" b="0" i="1" strike="noStrike">
                  <a:solidFill>
                    <a:srgbClr val="FFFFFF"/>
                  </a:solidFill>
                  <a:latin typeface="Calibri"/>
                  <a:ea typeface="Calibri"/>
                  <a:cs typeface="Calibri"/>
                  <a:sym typeface="Calibri"/>
                </a:rPr>
                <a:t>1</a:t>
              </a:r>
              <a:endParaRPr sz="1800" b="0" strike="noStrike">
                <a:solidFill>
                  <a:schemeClr val="dk1"/>
                </a:solidFill>
                <a:latin typeface="Arial"/>
                <a:ea typeface="Arial"/>
                <a:cs typeface="Arial"/>
                <a:sym typeface="Arial"/>
              </a:endParaRPr>
            </a:p>
          </p:txBody>
        </p:sp>
      </p:grpSp>
      <p:sp>
        <p:nvSpPr>
          <p:cNvPr id="879" name="Google Shape;879;p17"/>
          <p:cNvSpPr/>
          <p:nvPr/>
        </p:nvSpPr>
        <p:spPr>
          <a:xfrm>
            <a:off x="11430000" y="76200"/>
            <a:ext cx="643320" cy="593280"/>
          </a:xfrm>
          <a:custGeom>
            <a:avLst/>
            <a:gdLst/>
            <a:ahLst/>
            <a:cxnLst/>
            <a:rect l="l" t="t" r="r" b="b"/>
            <a:pathLst>
              <a:path w="578320" h="533197" extrusionOk="0">
                <a:moveTo>
                  <a:pt x="469488" y="312166"/>
                </a:moveTo>
                <a:cubicBezTo>
                  <a:pt x="499002" y="312166"/>
                  <a:pt x="523904" y="335190"/>
                  <a:pt x="523904" y="363740"/>
                </a:cubicBezTo>
                <a:lnTo>
                  <a:pt x="523904" y="376634"/>
                </a:lnTo>
                <a:cubicBezTo>
                  <a:pt x="523904" y="376634"/>
                  <a:pt x="529438" y="381238"/>
                  <a:pt x="527594" y="391369"/>
                </a:cubicBezTo>
                <a:cubicBezTo>
                  <a:pt x="526671" y="404262"/>
                  <a:pt x="512837" y="411630"/>
                  <a:pt x="512837" y="411630"/>
                </a:cubicBezTo>
                <a:cubicBezTo>
                  <a:pt x="512837" y="411630"/>
                  <a:pt x="509147" y="430970"/>
                  <a:pt x="498080" y="440180"/>
                </a:cubicBezTo>
                <a:cubicBezTo>
                  <a:pt x="494391" y="467809"/>
                  <a:pt x="513759" y="470572"/>
                  <a:pt x="529438" y="475176"/>
                </a:cubicBezTo>
                <a:cubicBezTo>
                  <a:pt x="555263" y="483465"/>
                  <a:pt x="578320" y="485307"/>
                  <a:pt x="578320" y="518462"/>
                </a:cubicBezTo>
                <a:cubicBezTo>
                  <a:pt x="578320" y="525829"/>
                  <a:pt x="543273" y="532276"/>
                  <a:pt x="485168" y="533197"/>
                </a:cubicBezTo>
                <a:lnTo>
                  <a:pt x="477789" y="486228"/>
                </a:lnTo>
                <a:lnTo>
                  <a:pt x="481478" y="479781"/>
                </a:lnTo>
                <a:cubicBezTo>
                  <a:pt x="481478" y="478860"/>
                  <a:pt x="481478" y="477939"/>
                  <a:pt x="480556" y="477939"/>
                </a:cubicBezTo>
                <a:lnTo>
                  <a:pt x="471333" y="466888"/>
                </a:lnTo>
                <a:cubicBezTo>
                  <a:pt x="470411" y="465967"/>
                  <a:pt x="468566" y="465967"/>
                  <a:pt x="467644" y="466888"/>
                </a:cubicBezTo>
                <a:lnTo>
                  <a:pt x="458421" y="477939"/>
                </a:lnTo>
                <a:cubicBezTo>
                  <a:pt x="457499" y="477939"/>
                  <a:pt x="457499" y="478860"/>
                  <a:pt x="458421" y="479781"/>
                </a:cubicBezTo>
                <a:lnTo>
                  <a:pt x="462110" y="486228"/>
                </a:lnTo>
                <a:lnTo>
                  <a:pt x="454732" y="533197"/>
                </a:lnTo>
                <a:cubicBezTo>
                  <a:pt x="396627" y="532276"/>
                  <a:pt x="361579" y="525829"/>
                  <a:pt x="361579" y="518462"/>
                </a:cubicBezTo>
                <a:cubicBezTo>
                  <a:pt x="361579" y="485307"/>
                  <a:pt x="384637" y="483465"/>
                  <a:pt x="409539" y="475176"/>
                </a:cubicBezTo>
                <a:cubicBezTo>
                  <a:pt x="425218" y="470572"/>
                  <a:pt x="444586" y="466888"/>
                  <a:pt x="440897" y="440180"/>
                </a:cubicBezTo>
                <a:cubicBezTo>
                  <a:pt x="430752" y="430970"/>
                  <a:pt x="427063" y="411630"/>
                  <a:pt x="427063" y="411630"/>
                </a:cubicBezTo>
                <a:cubicBezTo>
                  <a:pt x="427063" y="411630"/>
                  <a:pt x="413228" y="404262"/>
                  <a:pt x="411383" y="391369"/>
                </a:cubicBezTo>
                <a:cubicBezTo>
                  <a:pt x="410461" y="381238"/>
                  <a:pt x="415995" y="376634"/>
                  <a:pt x="415995" y="376634"/>
                </a:cubicBezTo>
                <a:lnTo>
                  <a:pt x="415995" y="363740"/>
                </a:lnTo>
                <a:cubicBezTo>
                  <a:pt x="415995" y="335190"/>
                  <a:pt x="439975" y="312166"/>
                  <a:pt x="469488" y="312166"/>
                </a:cubicBezTo>
                <a:close/>
                <a:moveTo>
                  <a:pt x="107909" y="312166"/>
                </a:moveTo>
                <a:cubicBezTo>
                  <a:pt x="138345" y="312166"/>
                  <a:pt x="162325" y="335190"/>
                  <a:pt x="162325" y="363740"/>
                </a:cubicBezTo>
                <a:lnTo>
                  <a:pt x="162325" y="376634"/>
                </a:lnTo>
                <a:cubicBezTo>
                  <a:pt x="162325" y="376634"/>
                  <a:pt x="167859" y="381238"/>
                  <a:pt x="166937" y="391369"/>
                </a:cubicBezTo>
                <a:cubicBezTo>
                  <a:pt x="165092" y="404262"/>
                  <a:pt x="151257" y="411630"/>
                  <a:pt x="151257" y="411630"/>
                </a:cubicBezTo>
                <a:cubicBezTo>
                  <a:pt x="151257" y="411630"/>
                  <a:pt x="147568" y="430970"/>
                  <a:pt x="137423" y="440180"/>
                </a:cubicBezTo>
                <a:cubicBezTo>
                  <a:pt x="132811" y="467809"/>
                  <a:pt x="152180" y="470572"/>
                  <a:pt x="167859" y="475176"/>
                </a:cubicBezTo>
                <a:cubicBezTo>
                  <a:pt x="193684" y="483465"/>
                  <a:pt x="216741" y="485307"/>
                  <a:pt x="216741" y="518462"/>
                </a:cubicBezTo>
                <a:cubicBezTo>
                  <a:pt x="216741" y="525829"/>
                  <a:pt x="181693" y="532276"/>
                  <a:pt x="123588" y="533197"/>
                </a:cubicBezTo>
                <a:lnTo>
                  <a:pt x="116210" y="486228"/>
                </a:lnTo>
                <a:lnTo>
                  <a:pt x="119899" y="479781"/>
                </a:lnTo>
                <a:cubicBezTo>
                  <a:pt x="120821" y="478860"/>
                  <a:pt x="119899" y="477939"/>
                  <a:pt x="119899" y="477939"/>
                </a:cubicBezTo>
                <a:lnTo>
                  <a:pt x="109754" y="466888"/>
                </a:lnTo>
                <a:cubicBezTo>
                  <a:pt x="108832" y="465967"/>
                  <a:pt x="107909" y="465967"/>
                  <a:pt x="106987" y="466888"/>
                </a:cubicBezTo>
                <a:lnTo>
                  <a:pt x="96842" y="477939"/>
                </a:lnTo>
                <a:cubicBezTo>
                  <a:pt x="96842" y="477939"/>
                  <a:pt x="95919" y="478860"/>
                  <a:pt x="96842" y="479781"/>
                </a:cubicBezTo>
                <a:lnTo>
                  <a:pt x="100531" y="486228"/>
                </a:lnTo>
                <a:lnTo>
                  <a:pt x="93152" y="533197"/>
                </a:lnTo>
                <a:cubicBezTo>
                  <a:pt x="35047" y="532276"/>
                  <a:pt x="0" y="525829"/>
                  <a:pt x="0" y="518462"/>
                </a:cubicBezTo>
                <a:cubicBezTo>
                  <a:pt x="0" y="485307"/>
                  <a:pt x="23057" y="483465"/>
                  <a:pt x="48882" y="475176"/>
                </a:cubicBezTo>
                <a:cubicBezTo>
                  <a:pt x="64561" y="470572"/>
                  <a:pt x="83929" y="466888"/>
                  <a:pt x="79318" y="440180"/>
                </a:cubicBezTo>
                <a:cubicBezTo>
                  <a:pt x="69173" y="430970"/>
                  <a:pt x="65483" y="411630"/>
                  <a:pt x="65483" y="411630"/>
                </a:cubicBezTo>
                <a:cubicBezTo>
                  <a:pt x="65483" y="411630"/>
                  <a:pt x="51649" y="404262"/>
                  <a:pt x="49804" y="391369"/>
                </a:cubicBezTo>
                <a:cubicBezTo>
                  <a:pt x="48882" y="381238"/>
                  <a:pt x="54416" y="376634"/>
                  <a:pt x="54416" y="376634"/>
                </a:cubicBezTo>
                <a:lnTo>
                  <a:pt x="54416" y="363740"/>
                </a:lnTo>
                <a:cubicBezTo>
                  <a:pt x="54416" y="335190"/>
                  <a:pt x="78396" y="312166"/>
                  <a:pt x="107909" y="312166"/>
                </a:cubicBezTo>
                <a:close/>
                <a:moveTo>
                  <a:pt x="288717" y="237601"/>
                </a:moveTo>
                <a:cubicBezTo>
                  <a:pt x="297024" y="237601"/>
                  <a:pt x="303485" y="244048"/>
                  <a:pt x="303485" y="252338"/>
                </a:cubicBezTo>
                <a:lnTo>
                  <a:pt x="303485" y="331547"/>
                </a:lnTo>
                <a:lnTo>
                  <a:pt x="384708" y="398782"/>
                </a:lnTo>
                <a:cubicBezTo>
                  <a:pt x="390246" y="403387"/>
                  <a:pt x="391169" y="412598"/>
                  <a:pt x="386554" y="419045"/>
                </a:cubicBezTo>
                <a:cubicBezTo>
                  <a:pt x="383785" y="421808"/>
                  <a:pt x="379170" y="423650"/>
                  <a:pt x="375478" y="423650"/>
                </a:cubicBezTo>
                <a:cubicBezTo>
                  <a:pt x="371786" y="423650"/>
                  <a:pt x="369017" y="422729"/>
                  <a:pt x="366248" y="420887"/>
                </a:cubicBezTo>
                <a:lnTo>
                  <a:pt x="288717" y="356415"/>
                </a:lnTo>
                <a:lnTo>
                  <a:pt x="212108" y="420887"/>
                </a:lnTo>
                <a:cubicBezTo>
                  <a:pt x="205647" y="425492"/>
                  <a:pt x="196417" y="424571"/>
                  <a:pt x="191802" y="419045"/>
                </a:cubicBezTo>
                <a:cubicBezTo>
                  <a:pt x="186264" y="412598"/>
                  <a:pt x="187187" y="403387"/>
                  <a:pt x="193648" y="398782"/>
                </a:cubicBezTo>
                <a:lnTo>
                  <a:pt x="274872" y="331547"/>
                </a:lnTo>
                <a:lnTo>
                  <a:pt x="274872" y="252338"/>
                </a:lnTo>
                <a:cubicBezTo>
                  <a:pt x="274872" y="244048"/>
                  <a:pt x="281333" y="237601"/>
                  <a:pt x="288717" y="237601"/>
                </a:cubicBezTo>
                <a:close/>
                <a:moveTo>
                  <a:pt x="288699" y="0"/>
                </a:moveTo>
                <a:cubicBezTo>
                  <a:pt x="318213" y="0"/>
                  <a:pt x="343115" y="22103"/>
                  <a:pt x="343115" y="50653"/>
                </a:cubicBezTo>
                <a:lnTo>
                  <a:pt x="343115" y="63546"/>
                </a:lnTo>
                <a:cubicBezTo>
                  <a:pt x="343115" y="63546"/>
                  <a:pt x="348649" y="68151"/>
                  <a:pt x="346805" y="78282"/>
                </a:cubicBezTo>
                <a:cubicBezTo>
                  <a:pt x="345882" y="92096"/>
                  <a:pt x="332048" y="98543"/>
                  <a:pt x="332048" y="98543"/>
                </a:cubicBezTo>
                <a:cubicBezTo>
                  <a:pt x="332048" y="98543"/>
                  <a:pt x="328358" y="117883"/>
                  <a:pt x="318213" y="127093"/>
                </a:cubicBezTo>
                <a:cubicBezTo>
                  <a:pt x="313602" y="154722"/>
                  <a:pt x="332970" y="157484"/>
                  <a:pt x="348649" y="163010"/>
                </a:cubicBezTo>
                <a:cubicBezTo>
                  <a:pt x="374474" y="171299"/>
                  <a:pt x="397531" y="172220"/>
                  <a:pt x="397531" y="206295"/>
                </a:cubicBezTo>
                <a:cubicBezTo>
                  <a:pt x="397531" y="212742"/>
                  <a:pt x="362484" y="219189"/>
                  <a:pt x="304379" y="220110"/>
                </a:cubicBezTo>
                <a:lnTo>
                  <a:pt x="297000" y="173141"/>
                </a:lnTo>
                <a:lnTo>
                  <a:pt x="300689" y="167615"/>
                </a:lnTo>
                <a:cubicBezTo>
                  <a:pt x="300689" y="166694"/>
                  <a:pt x="300689" y="165773"/>
                  <a:pt x="300689" y="164852"/>
                </a:cubicBezTo>
                <a:lnTo>
                  <a:pt x="290544" y="154722"/>
                </a:lnTo>
                <a:cubicBezTo>
                  <a:pt x="289622" y="153801"/>
                  <a:pt x="287777" y="153801"/>
                  <a:pt x="287777" y="154722"/>
                </a:cubicBezTo>
                <a:lnTo>
                  <a:pt x="277632" y="164852"/>
                </a:lnTo>
                <a:cubicBezTo>
                  <a:pt x="276710" y="165773"/>
                  <a:pt x="276710" y="166694"/>
                  <a:pt x="277632" y="167615"/>
                </a:cubicBezTo>
                <a:lnTo>
                  <a:pt x="281321" y="173141"/>
                </a:lnTo>
                <a:lnTo>
                  <a:pt x="273943" y="221031"/>
                </a:lnTo>
                <a:cubicBezTo>
                  <a:pt x="215838" y="219189"/>
                  <a:pt x="180790" y="212742"/>
                  <a:pt x="180790" y="206295"/>
                </a:cubicBezTo>
                <a:cubicBezTo>
                  <a:pt x="180790" y="172220"/>
                  <a:pt x="203848" y="171299"/>
                  <a:pt x="228750" y="163010"/>
                </a:cubicBezTo>
                <a:cubicBezTo>
                  <a:pt x="244429" y="157484"/>
                  <a:pt x="264720" y="154722"/>
                  <a:pt x="260108" y="127093"/>
                </a:cubicBezTo>
                <a:cubicBezTo>
                  <a:pt x="249963" y="117883"/>
                  <a:pt x="246274" y="98543"/>
                  <a:pt x="246274" y="98543"/>
                </a:cubicBezTo>
                <a:cubicBezTo>
                  <a:pt x="246274" y="98543"/>
                  <a:pt x="232439" y="92096"/>
                  <a:pt x="230594" y="78282"/>
                </a:cubicBezTo>
                <a:cubicBezTo>
                  <a:pt x="229672" y="68151"/>
                  <a:pt x="235206" y="63546"/>
                  <a:pt x="235206" y="63546"/>
                </a:cubicBezTo>
                <a:lnTo>
                  <a:pt x="235206" y="50653"/>
                </a:lnTo>
                <a:cubicBezTo>
                  <a:pt x="235206" y="22103"/>
                  <a:pt x="259186" y="0"/>
                  <a:pt x="2886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17"/>
          <p:cNvSpPr txBox="1"/>
          <p:nvPr/>
        </p:nvSpPr>
        <p:spPr>
          <a:xfrm>
            <a:off x="152400" y="6242200"/>
            <a:ext cx="2590800" cy="3651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Đồ án tốt nghiệp</a:t>
            </a:r>
            <a:endParaRPr sz="18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18"/>
          <p:cNvSpPr/>
          <p:nvPr/>
        </p:nvSpPr>
        <p:spPr>
          <a:xfrm>
            <a:off x="2106720" y="415800"/>
            <a:ext cx="3862440" cy="45612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dirty="0" err="1">
                <a:solidFill>
                  <a:schemeClr val="tx1"/>
                </a:solidFill>
                <a:latin typeface="Calibri"/>
                <a:ea typeface="Calibri"/>
                <a:cs typeface="Calibri"/>
                <a:sym typeface="Calibri"/>
              </a:rPr>
              <a:t>Hạn</a:t>
            </a:r>
            <a:r>
              <a:rPr lang="en-US" sz="2400" b="1" strike="noStrike" dirty="0">
                <a:solidFill>
                  <a:schemeClr val="tx1"/>
                </a:solidFill>
                <a:latin typeface="Calibri"/>
                <a:ea typeface="Calibri"/>
                <a:cs typeface="Calibri"/>
                <a:sym typeface="Calibri"/>
              </a:rPr>
              <a:t> </a:t>
            </a:r>
            <a:r>
              <a:rPr lang="en-US" sz="2400" b="1" strike="noStrike" dirty="0" err="1">
                <a:solidFill>
                  <a:schemeClr val="tx1"/>
                </a:solidFill>
                <a:latin typeface="Calibri"/>
                <a:ea typeface="Calibri"/>
                <a:cs typeface="Calibri"/>
                <a:sym typeface="Calibri"/>
              </a:rPr>
              <a:t>chế</a:t>
            </a:r>
            <a:endParaRPr sz="2400" b="0" strike="noStrike" dirty="0">
              <a:solidFill>
                <a:schemeClr val="tx1"/>
              </a:solidFill>
              <a:latin typeface="Arial"/>
              <a:ea typeface="Arial"/>
              <a:cs typeface="Arial"/>
              <a:sym typeface="Arial"/>
            </a:endParaRPr>
          </a:p>
        </p:txBody>
      </p:sp>
      <p:sp>
        <p:nvSpPr>
          <p:cNvPr id="2" name="TextBox 4">
            <a:extLst>
              <a:ext uri="{FF2B5EF4-FFF2-40B4-BE49-F238E27FC236}">
                <a16:creationId xmlns:a16="http://schemas.microsoft.com/office/drawing/2014/main" id="{021D0DA6-EEF2-E954-12C6-FF6BC2A917D4}"/>
              </a:ext>
            </a:extLst>
          </p:cNvPr>
          <p:cNvSpPr txBox="1"/>
          <p:nvPr/>
        </p:nvSpPr>
        <p:spPr>
          <a:xfrm>
            <a:off x="621356" y="2024748"/>
            <a:ext cx="11378079" cy="2155847"/>
          </a:xfrm>
          <a:prstGeom prst="rect">
            <a:avLst/>
          </a:prstGeom>
        </p:spPr>
        <p:txBody>
          <a:bodyPr wrap="square" lIns="0" tIns="0" rIns="0" bIns="0" rtlCol="0" anchor="t">
            <a:spAutoFit/>
          </a:bodyPr>
          <a:lstStyle/>
          <a:p>
            <a:pPr marL="457200" indent="-457200" algn="just">
              <a:lnSpc>
                <a:spcPts val="4289"/>
              </a:lnSpc>
              <a:spcBef>
                <a:spcPct val="0"/>
              </a:spcBef>
              <a:buFontTx/>
              <a:buChar char="-"/>
            </a:pPr>
            <a:r>
              <a:rPr lang="en-US" sz="2600" dirty="0">
                <a:solidFill>
                  <a:schemeClr val="tx1"/>
                </a:solidFill>
                <a:latin typeface="Times New Roman" panose="02020603050405020304" pitchFamily="18" charset="0"/>
                <a:cs typeface="Times New Roman" panose="02020603050405020304" pitchFamily="18" charset="0"/>
              </a:rPr>
              <a:t>Giao </a:t>
            </a:r>
            <a:r>
              <a:rPr lang="en-US" sz="2600" dirty="0" err="1">
                <a:solidFill>
                  <a:schemeClr val="tx1"/>
                </a:solidFill>
                <a:latin typeface="Times New Roman" panose="02020603050405020304" pitchFamily="18" charset="0"/>
                <a:cs typeface="Times New Roman" panose="02020603050405020304" pitchFamily="18" charset="0"/>
              </a:rPr>
              <a:t>diện</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chưa</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đạt</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được</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tính</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thẩm</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mỹ</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cao</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như</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mong</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đợi</a:t>
            </a:r>
            <a:r>
              <a:rPr lang="en-US" sz="2600" dirty="0">
                <a:solidFill>
                  <a:schemeClr val="tx1"/>
                </a:solidFill>
                <a:latin typeface="Times New Roman" panose="02020603050405020304" pitchFamily="18" charset="0"/>
                <a:cs typeface="Times New Roman" panose="02020603050405020304" pitchFamily="18" charset="0"/>
              </a:rPr>
              <a:t>.</a:t>
            </a:r>
          </a:p>
          <a:p>
            <a:pPr marL="457200" indent="-457200" algn="just">
              <a:lnSpc>
                <a:spcPts val="4289"/>
              </a:lnSpc>
              <a:spcBef>
                <a:spcPct val="0"/>
              </a:spcBef>
              <a:buFontTx/>
              <a:buChar char="-"/>
            </a:pPr>
            <a:r>
              <a:rPr lang="en-US" sz="2600" dirty="0" err="1">
                <a:solidFill>
                  <a:schemeClr val="tx1"/>
                </a:solidFill>
                <a:latin typeface="Times New Roman" panose="02020603050405020304" pitchFamily="18" charset="0"/>
                <a:cs typeface="Times New Roman" panose="02020603050405020304" pitchFamily="18" charset="0"/>
              </a:rPr>
              <a:t>Hiệu</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suất</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hoạt</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động</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của</a:t>
            </a:r>
            <a:r>
              <a:rPr lang="en-US" sz="2600" dirty="0">
                <a:solidFill>
                  <a:schemeClr val="tx1"/>
                </a:solidFill>
                <a:latin typeface="Times New Roman" panose="02020603050405020304" pitchFamily="18" charset="0"/>
                <a:cs typeface="Times New Roman" panose="02020603050405020304" pitchFamily="18" charset="0"/>
              </a:rPr>
              <a:t> website </a:t>
            </a:r>
            <a:r>
              <a:rPr lang="en-US" sz="2600" dirty="0" err="1">
                <a:solidFill>
                  <a:schemeClr val="tx1"/>
                </a:solidFill>
                <a:latin typeface="Times New Roman" panose="02020603050405020304" pitchFamily="18" charset="0"/>
                <a:cs typeface="Times New Roman" panose="02020603050405020304" pitchFamily="18" charset="0"/>
              </a:rPr>
              <a:t>còn</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chưa</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tối</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ưu</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hoàn</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toàn</a:t>
            </a:r>
            <a:r>
              <a:rPr lang="en-US" sz="2600" dirty="0">
                <a:solidFill>
                  <a:schemeClr val="tx1"/>
                </a:solidFill>
                <a:latin typeface="Times New Roman" panose="02020603050405020304" pitchFamily="18" charset="0"/>
                <a:cs typeface="Times New Roman" panose="02020603050405020304" pitchFamily="18" charset="0"/>
              </a:rPr>
              <a:t>.</a:t>
            </a:r>
          </a:p>
          <a:p>
            <a:pPr marL="457200" indent="-457200" algn="just">
              <a:lnSpc>
                <a:spcPts val="4289"/>
              </a:lnSpc>
              <a:spcBef>
                <a:spcPct val="0"/>
              </a:spcBef>
              <a:buFontTx/>
              <a:buChar char="-"/>
            </a:pPr>
            <a:r>
              <a:rPr lang="en-US" sz="2600" dirty="0" err="1">
                <a:solidFill>
                  <a:schemeClr val="tx1"/>
                </a:solidFill>
                <a:latin typeface="Times New Roman" panose="02020603050405020304" pitchFamily="18" charset="0"/>
                <a:cs typeface="Times New Roman" panose="02020603050405020304" pitchFamily="18" charset="0"/>
              </a:rPr>
              <a:t>Một</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số</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tính</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năng</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chưa</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đảm</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bảo</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độ</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chính</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xác</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cao</a:t>
            </a:r>
            <a:r>
              <a:rPr lang="en-US" sz="2600" dirty="0">
                <a:solidFill>
                  <a:schemeClr val="tx1"/>
                </a:solidFill>
                <a:latin typeface="Times New Roman" panose="02020603050405020304" pitchFamily="18" charset="0"/>
                <a:cs typeface="Times New Roman" panose="02020603050405020304" pitchFamily="18" charset="0"/>
              </a:rPr>
              <a:t>, website </a:t>
            </a:r>
            <a:r>
              <a:rPr lang="en-US" sz="2600" dirty="0" err="1">
                <a:solidFill>
                  <a:schemeClr val="tx1"/>
                </a:solidFill>
                <a:latin typeface="Times New Roman" panose="02020603050405020304" pitchFamily="18" charset="0"/>
                <a:cs typeface="Times New Roman" panose="02020603050405020304" pitchFamily="18" charset="0"/>
              </a:rPr>
              <a:t>mô</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hình</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nhỏ</a:t>
            </a:r>
            <a:r>
              <a:rPr lang="en-US" sz="2600" dirty="0">
                <a:solidFill>
                  <a:schemeClr val="tx1"/>
                </a:solidFill>
                <a:latin typeface="Times New Roman" panose="02020603050405020304" pitchFamily="18" charset="0"/>
                <a:cs typeface="Times New Roman" panose="02020603050405020304" pitchFamily="18" charset="0"/>
              </a:rPr>
              <a:t>.</a:t>
            </a:r>
          </a:p>
          <a:p>
            <a:pPr marL="457200" indent="-457200" algn="just">
              <a:lnSpc>
                <a:spcPts val="4289"/>
              </a:lnSpc>
              <a:spcBef>
                <a:spcPct val="0"/>
              </a:spcBef>
              <a:buFontTx/>
              <a:buChar char="-"/>
            </a:pPr>
            <a:r>
              <a:rPr lang="en-US" sz="2600" dirty="0" err="1">
                <a:solidFill>
                  <a:schemeClr val="tx1"/>
                </a:solidFill>
                <a:latin typeface="Times New Roman" panose="02020603050405020304" pitchFamily="18" charset="0"/>
                <a:cs typeface="Times New Roman" panose="02020603050405020304" pitchFamily="18" charset="0"/>
              </a:rPr>
              <a:t>Độ</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bảo</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mật</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chưa</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cao</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chưa</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đáp</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ứng</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được</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nhu</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cầu</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của</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hệ</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thống</a:t>
            </a:r>
            <a:r>
              <a:rPr lang="en-US" sz="2600"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03" name="Google Shape;903;p19"/>
          <p:cNvSpPr/>
          <p:nvPr/>
        </p:nvSpPr>
        <p:spPr>
          <a:xfrm>
            <a:off x="2106720" y="415800"/>
            <a:ext cx="3862440" cy="45612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strike="noStrike" dirty="0" err="1">
                <a:solidFill>
                  <a:schemeClr val="tx1"/>
                </a:solidFill>
                <a:latin typeface="Calibri"/>
                <a:ea typeface="Calibri"/>
                <a:cs typeface="Calibri"/>
                <a:sym typeface="Calibri"/>
              </a:rPr>
              <a:t>Hướng</a:t>
            </a:r>
            <a:r>
              <a:rPr lang="en-US" sz="2400" b="1" strike="noStrike" dirty="0">
                <a:solidFill>
                  <a:schemeClr val="tx1"/>
                </a:solidFill>
                <a:latin typeface="Calibri"/>
                <a:ea typeface="Calibri"/>
                <a:cs typeface="Calibri"/>
                <a:sym typeface="Calibri"/>
              </a:rPr>
              <a:t> </a:t>
            </a:r>
            <a:r>
              <a:rPr lang="en-US" sz="2400" b="1" strike="noStrike" dirty="0" err="1">
                <a:solidFill>
                  <a:schemeClr val="tx1"/>
                </a:solidFill>
                <a:latin typeface="Calibri"/>
                <a:ea typeface="Calibri"/>
                <a:cs typeface="Calibri"/>
                <a:sym typeface="Calibri"/>
              </a:rPr>
              <a:t>phát</a:t>
            </a:r>
            <a:r>
              <a:rPr lang="en-US" sz="2400" b="1" strike="noStrike" dirty="0">
                <a:solidFill>
                  <a:schemeClr val="tx1"/>
                </a:solidFill>
                <a:latin typeface="Calibri"/>
                <a:ea typeface="Calibri"/>
                <a:cs typeface="Calibri"/>
                <a:sym typeface="Calibri"/>
              </a:rPr>
              <a:t> </a:t>
            </a:r>
            <a:r>
              <a:rPr lang="en-US" sz="2400" b="1" strike="noStrike" dirty="0" err="1">
                <a:solidFill>
                  <a:schemeClr val="tx1"/>
                </a:solidFill>
                <a:latin typeface="Calibri"/>
                <a:ea typeface="Calibri"/>
                <a:cs typeface="Calibri"/>
                <a:sym typeface="Calibri"/>
              </a:rPr>
              <a:t>triển</a:t>
            </a:r>
            <a:r>
              <a:rPr lang="en-US" sz="2400" b="1" strike="noStrike" dirty="0">
                <a:solidFill>
                  <a:schemeClr val="tx1"/>
                </a:solidFill>
                <a:latin typeface="Calibri"/>
                <a:ea typeface="Calibri"/>
                <a:cs typeface="Calibri"/>
                <a:sym typeface="Calibri"/>
              </a:rPr>
              <a:t> </a:t>
            </a:r>
            <a:r>
              <a:rPr lang="en-US" sz="2400" b="1" strike="noStrike" dirty="0" err="1">
                <a:solidFill>
                  <a:schemeClr val="tx1"/>
                </a:solidFill>
                <a:latin typeface="Calibri"/>
                <a:ea typeface="Calibri"/>
                <a:cs typeface="Calibri"/>
                <a:sym typeface="Calibri"/>
              </a:rPr>
              <a:t>đề</a:t>
            </a:r>
            <a:r>
              <a:rPr lang="en-US" sz="2400" b="1" strike="noStrike" dirty="0">
                <a:solidFill>
                  <a:schemeClr val="tx1"/>
                </a:solidFill>
                <a:latin typeface="Calibri"/>
                <a:ea typeface="Calibri"/>
                <a:cs typeface="Calibri"/>
                <a:sym typeface="Calibri"/>
              </a:rPr>
              <a:t> </a:t>
            </a:r>
            <a:r>
              <a:rPr lang="en-US" sz="2400" b="1" strike="noStrike" dirty="0" err="1">
                <a:solidFill>
                  <a:schemeClr val="tx1"/>
                </a:solidFill>
                <a:latin typeface="Calibri"/>
                <a:ea typeface="Calibri"/>
                <a:cs typeface="Calibri"/>
                <a:sym typeface="Calibri"/>
              </a:rPr>
              <a:t>tài</a:t>
            </a:r>
            <a:endParaRPr sz="2400" b="0" strike="noStrike" dirty="0">
              <a:solidFill>
                <a:schemeClr val="tx1"/>
              </a:solidFill>
              <a:latin typeface="Arial"/>
              <a:ea typeface="Arial"/>
              <a:cs typeface="Arial"/>
              <a:sym typeface="Arial"/>
            </a:endParaRPr>
          </a:p>
        </p:txBody>
      </p:sp>
      <p:pic>
        <p:nvPicPr>
          <p:cNvPr id="904" name="Google Shape;904;p19"/>
          <p:cNvPicPr preferRelativeResize="0"/>
          <p:nvPr/>
        </p:nvPicPr>
        <p:blipFill rotWithShape="1">
          <a:blip r:embed="rId3">
            <a:alphaModFix/>
          </a:blip>
          <a:srcRect/>
          <a:stretch/>
        </p:blipFill>
        <p:spPr>
          <a:xfrm>
            <a:off x="1103312" y="1862138"/>
            <a:ext cx="1866900" cy="3060700"/>
          </a:xfrm>
          <a:prstGeom prst="rect">
            <a:avLst/>
          </a:prstGeom>
          <a:noFill/>
          <a:ln>
            <a:noFill/>
          </a:ln>
        </p:spPr>
      </p:pic>
      <p:sp>
        <p:nvSpPr>
          <p:cNvPr id="905" name="Google Shape;905;p19"/>
          <p:cNvSpPr/>
          <p:nvPr/>
        </p:nvSpPr>
        <p:spPr>
          <a:xfrm>
            <a:off x="1612900" y="4168775"/>
            <a:ext cx="846138" cy="741363"/>
          </a:xfrm>
          <a:custGeom>
            <a:avLst/>
            <a:gdLst/>
            <a:ahLst/>
            <a:cxnLst/>
            <a:rect l="l" t="t" r="r" b="b"/>
            <a:pathLst>
              <a:path w="404" h="355" extrusionOk="0">
                <a:moveTo>
                  <a:pt x="312" y="341"/>
                </a:moveTo>
                <a:cubicBezTo>
                  <a:pt x="397" y="264"/>
                  <a:pt x="397" y="264"/>
                  <a:pt x="397" y="264"/>
                </a:cubicBezTo>
                <a:cubicBezTo>
                  <a:pt x="401" y="261"/>
                  <a:pt x="404" y="256"/>
                  <a:pt x="404" y="250"/>
                </a:cubicBezTo>
                <a:cubicBezTo>
                  <a:pt x="404" y="241"/>
                  <a:pt x="397" y="234"/>
                  <a:pt x="388" y="234"/>
                </a:cubicBezTo>
                <a:cubicBezTo>
                  <a:pt x="387" y="234"/>
                  <a:pt x="387" y="234"/>
                  <a:pt x="387" y="234"/>
                </a:cubicBezTo>
                <a:cubicBezTo>
                  <a:pt x="384" y="231"/>
                  <a:pt x="382" y="227"/>
                  <a:pt x="382" y="223"/>
                </a:cubicBezTo>
                <a:cubicBezTo>
                  <a:pt x="382" y="218"/>
                  <a:pt x="384" y="214"/>
                  <a:pt x="387" y="211"/>
                </a:cubicBezTo>
                <a:cubicBezTo>
                  <a:pt x="392" y="211"/>
                  <a:pt x="396" y="209"/>
                  <a:pt x="399" y="207"/>
                </a:cubicBezTo>
                <a:cubicBezTo>
                  <a:pt x="399" y="207"/>
                  <a:pt x="399" y="207"/>
                  <a:pt x="399" y="207"/>
                </a:cubicBezTo>
                <a:cubicBezTo>
                  <a:pt x="399" y="206"/>
                  <a:pt x="399" y="206"/>
                  <a:pt x="399" y="206"/>
                </a:cubicBezTo>
                <a:cubicBezTo>
                  <a:pt x="402" y="204"/>
                  <a:pt x="403" y="199"/>
                  <a:pt x="403" y="195"/>
                </a:cubicBezTo>
                <a:cubicBezTo>
                  <a:pt x="403" y="190"/>
                  <a:pt x="402" y="186"/>
                  <a:pt x="399" y="183"/>
                </a:cubicBezTo>
                <a:cubicBezTo>
                  <a:pt x="399" y="183"/>
                  <a:pt x="399" y="183"/>
                  <a:pt x="399" y="183"/>
                </a:cubicBezTo>
                <a:cubicBezTo>
                  <a:pt x="396" y="180"/>
                  <a:pt x="392" y="179"/>
                  <a:pt x="387" y="179"/>
                </a:cubicBezTo>
                <a:cubicBezTo>
                  <a:pt x="384" y="176"/>
                  <a:pt x="382" y="172"/>
                  <a:pt x="382" y="167"/>
                </a:cubicBezTo>
                <a:cubicBezTo>
                  <a:pt x="382" y="162"/>
                  <a:pt x="385" y="158"/>
                  <a:pt x="388" y="155"/>
                </a:cubicBezTo>
                <a:cubicBezTo>
                  <a:pt x="392" y="155"/>
                  <a:pt x="396" y="153"/>
                  <a:pt x="398" y="151"/>
                </a:cubicBezTo>
                <a:cubicBezTo>
                  <a:pt x="399" y="151"/>
                  <a:pt x="399" y="151"/>
                  <a:pt x="399" y="151"/>
                </a:cubicBezTo>
                <a:cubicBezTo>
                  <a:pt x="399" y="151"/>
                  <a:pt x="399" y="151"/>
                  <a:pt x="399" y="151"/>
                </a:cubicBezTo>
                <a:cubicBezTo>
                  <a:pt x="402" y="148"/>
                  <a:pt x="404" y="143"/>
                  <a:pt x="404" y="139"/>
                </a:cubicBezTo>
                <a:cubicBezTo>
                  <a:pt x="404" y="130"/>
                  <a:pt x="397" y="122"/>
                  <a:pt x="388" y="122"/>
                </a:cubicBezTo>
                <a:cubicBezTo>
                  <a:pt x="387" y="122"/>
                  <a:pt x="387" y="122"/>
                  <a:pt x="387" y="122"/>
                </a:cubicBezTo>
                <a:cubicBezTo>
                  <a:pt x="384" y="119"/>
                  <a:pt x="382" y="115"/>
                  <a:pt x="382" y="111"/>
                </a:cubicBezTo>
                <a:cubicBezTo>
                  <a:pt x="382" y="106"/>
                  <a:pt x="385" y="102"/>
                  <a:pt x="388" y="99"/>
                </a:cubicBezTo>
                <a:cubicBezTo>
                  <a:pt x="392" y="99"/>
                  <a:pt x="396" y="97"/>
                  <a:pt x="398" y="95"/>
                </a:cubicBezTo>
                <a:cubicBezTo>
                  <a:pt x="399" y="95"/>
                  <a:pt x="399" y="95"/>
                  <a:pt x="399" y="95"/>
                </a:cubicBezTo>
                <a:cubicBezTo>
                  <a:pt x="399" y="95"/>
                  <a:pt x="399" y="95"/>
                  <a:pt x="399" y="95"/>
                </a:cubicBezTo>
                <a:cubicBezTo>
                  <a:pt x="402" y="92"/>
                  <a:pt x="404" y="87"/>
                  <a:pt x="404" y="83"/>
                </a:cubicBezTo>
                <a:cubicBezTo>
                  <a:pt x="404" y="74"/>
                  <a:pt x="397" y="66"/>
                  <a:pt x="388" y="66"/>
                </a:cubicBezTo>
                <a:cubicBezTo>
                  <a:pt x="387" y="66"/>
                  <a:pt x="387" y="66"/>
                  <a:pt x="387" y="66"/>
                </a:cubicBezTo>
                <a:cubicBezTo>
                  <a:pt x="384" y="64"/>
                  <a:pt x="382" y="60"/>
                  <a:pt x="382" y="55"/>
                </a:cubicBezTo>
                <a:cubicBezTo>
                  <a:pt x="382" y="46"/>
                  <a:pt x="390" y="39"/>
                  <a:pt x="399" y="39"/>
                </a:cubicBezTo>
                <a:cubicBezTo>
                  <a:pt x="399" y="0"/>
                  <a:pt x="399" y="0"/>
                  <a:pt x="399" y="0"/>
                </a:cubicBezTo>
                <a:cubicBezTo>
                  <a:pt x="5" y="0"/>
                  <a:pt x="5" y="0"/>
                  <a:pt x="5" y="0"/>
                </a:cubicBezTo>
                <a:cubicBezTo>
                  <a:pt x="5" y="59"/>
                  <a:pt x="5" y="59"/>
                  <a:pt x="5" y="59"/>
                </a:cubicBezTo>
                <a:cubicBezTo>
                  <a:pt x="5" y="59"/>
                  <a:pt x="5" y="59"/>
                  <a:pt x="5" y="59"/>
                </a:cubicBezTo>
                <a:cubicBezTo>
                  <a:pt x="14" y="59"/>
                  <a:pt x="21" y="66"/>
                  <a:pt x="21" y="75"/>
                </a:cubicBezTo>
                <a:cubicBezTo>
                  <a:pt x="21" y="80"/>
                  <a:pt x="19" y="84"/>
                  <a:pt x="16" y="87"/>
                </a:cubicBezTo>
                <a:cubicBezTo>
                  <a:pt x="12" y="87"/>
                  <a:pt x="8" y="89"/>
                  <a:pt x="5" y="92"/>
                </a:cubicBezTo>
                <a:cubicBezTo>
                  <a:pt x="5" y="92"/>
                  <a:pt x="5" y="92"/>
                  <a:pt x="5" y="92"/>
                </a:cubicBezTo>
                <a:cubicBezTo>
                  <a:pt x="5" y="92"/>
                  <a:pt x="5" y="92"/>
                  <a:pt x="5" y="92"/>
                </a:cubicBezTo>
                <a:cubicBezTo>
                  <a:pt x="5" y="92"/>
                  <a:pt x="5" y="92"/>
                  <a:pt x="5" y="92"/>
                </a:cubicBezTo>
                <a:cubicBezTo>
                  <a:pt x="2" y="95"/>
                  <a:pt x="0" y="99"/>
                  <a:pt x="0" y="103"/>
                </a:cubicBezTo>
                <a:cubicBezTo>
                  <a:pt x="0" y="108"/>
                  <a:pt x="2" y="112"/>
                  <a:pt x="5" y="115"/>
                </a:cubicBezTo>
                <a:cubicBezTo>
                  <a:pt x="8" y="118"/>
                  <a:pt x="12" y="120"/>
                  <a:pt x="16" y="120"/>
                </a:cubicBezTo>
                <a:cubicBezTo>
                  <a:pt x="16" y="120"/>
                  <a:pt x="16" y="120"/>
                  <a:pt x="16" y="120"/>
                </a:cubicBezTo>
                <a:cubicBezTo>
                  <a:pt x="19" y="123"/>
                  <a:pt x="21" y="127"/>
                  <a:pt x="21" y="131"/>
                </a:cubicBezTo>
                <a:cubicBezTo>
                  <a:pt x="21" y="136"/>
                  <a:pt x="19" y="140"/>
                  <a:pt x="16" y="143"/>
                </a:cubicBezTo>
                <a:cubicBezTo>
                  <a:pt x="16" y="143"/>
                  <a:pt x="16" y="143"/>
                  <a:pt x="16" y="143"/>
                </a:cubicBezTo>
                <a:cubicBezTo>
                  <a:pt x="7" y="143"/>
                  <a:pt x="0" y="150"/>
                  <a:pt x="0" y="159"/>
                </a:cubicBezTo>
                <a:cubicBezTo>
                  <a:pt x="0" y="164"/>
                  <a:pt x="2" y="168"/>
                  <a:pt x="5" y="171"/>
                </a:cubicBezTo>
                <a:cubicBezTo>
                  <a:pt x="5" y="171"/>
                  <a:pt x="5" y="171"/>
                  <a:pt x="5" y="171"/>
                </a:cubicBezTo>
                <a:cubicBezTo>
                  <a:pt x="8" y="174"/>
                  <a:pt x="12" y="175"/>
                  <a:pt x="16" y="175"/>
                </a:cubicBezTo>
                <a:cubicBezTo>
                  <a:pt x="16" y="175"/>
                  <a:pt x="16" y="175"/>
                  <a:pt x="16" y="175"/>
                </a:cubicBezTo>
                <a:cubicBezTo>
                  <a:pt x="19" y="178"/>
                  <a:pt x="21" y="183"/>
                  <a:pt x="21" y="187"/>
                </a:cubicBezTo>
                <a:cubicBezTo>
                  <a:pt x="21" y="192"/>
                  <a:pt x="19" y="196"/>
                  <a:pt x="16" y="199"/>
                </a:cubicBezTo>
                <a:cubicBezTo>
                  <a:pt x="16" y="199"/>
                  <a:pt x="16" y="199"/>
                  <a:pt x="16" y="199"/>
                </a:cubicBezTo>
                <a:cubicBezTo>
                  <a:pt x="7" y="199"/>
                  <a:pt x="0" y="206"/>
                  <a:pt x="0" y="215"/>
                </a:cubicBezTo>
                <a:cubicBezTo>
                  <a:pt x="0" y="224"/>
                  <a:pt x="7" y="231"/>
                  <a:pt x="16" y="231"/>
                </a:cubicBezTo>
                <a:cubicBezTo>
                  <a:pt x="16" y="231"/>
                  <a:pt x="16" y="231"/>
                  <a:pt x="16" y="231"/>
                </a:cubicBezTo>
                <a:cubicBezTo>
                  <a:pt x="19" y="234"/>
                  <a:pt x="21" y="238"/>
                  <a:pt x="21" y="243"/>
                </a:cubicBezTo>
                <a:cubicBezTo>
                  <a:pt x="21" y="252"/>
                  <a:pt x="14" y="259"/>
                  <a:pt x="5" y="259"/>
                </a:cubicBezTo>
                <a:cubicBezTo>
                  <a:pt x="5" y="259"/>
                  <a:pt x="5" y="259"/>
                  <a:pt x="5" y="259"/>
                </a:cubicBezTo>
                <a:cubicBezTo>
                  <a:pt x="5" y="261"/>
                  <a:pt x="5" y="261"/>
                  <a:pt x="5" y="261"/>
                </a:cubicBezTo>
                <a:cubicBezTo>
                  <a:pt x="5" y="262"/>
                  <a:pt x="5" y="262"/>
                  <a:pt x="5" y="262"/>
                </a:cubicBezTo>
                <a:cubicBezTo>
                  <a:pt x="5" y="262"/>
                  <a:pt x="5" y="262"/>
                  <a:pt x="5" y="262"/>
                </a:cubicBezTo>
                <a:cubicBezTo>
                  <a:pt x="97" y="345"/>
                  <a:pt x="97" y="345"/>
                  <a:pt x="97" y="345"/>
                </a:cubicBezTo>
                <a:cubicBezTo>
                  <a:pt x="149" y="351"/>
                  <a:pt x="223" y="355"/>
                  <a:pt x="312" y="341"/>
                </a:cubicBezTo>
                <a:close/>
              </a:path>
            </a:pathLst>
          </a:custGeom>
          <a:solidFill>
            <a:srgbClr val="41404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06" name="Google Shape;906;p19"/>
          <p:cNvSpPr/>
          <p:nvPr/>
        </p:nvSpPr>
        <p:spPr>
          <a:xfrm>
            <a:off x="1641475" y="4610100"/>
            <a:ext cx="782638" cy="147638"/>
          </a:xfrm>
          <a:custGeom>
            <a:avLst/>
            <a:gdLst/>
            <a:ahLst/>
            <a:cxnLst/>
            <a:rect l="l" t="t" r="r" b="b"/>
            <a:pathLst>
              <a:path w="373" h="71" extrusionOk="0">
                <a:moveTo>
                  <a:pt x="2" y="20"/>
                </a:moveTo>
                <a:cubicBezTo>
                  <a:pt x="2" y="20"/>
                  <a:pt x="221" y="41"/>
                  <a:pt x="373" y="0"/>
                </a:cubicBezTo>
                <a:cubicBezTo>
                  <a:pt x="373" y="0"/>
                  <a:pt x="363" y="12"/>
                  <a:pt x="373" y="23"/>
                </a:cubicBezTo>
                <a:cubicBezTo>
                  <a:pt x="373" y="23"/>
                  <a:pt x="218" y="71"/>
                  <a:pt x="0" y="45"/>
                </a:cubicBezTo>
                <a:cubicBezTo>
                  <a:pt x="0" y="45"/>
                  <a:pt x="15" y="36"/>
                  <a:pt x="2" y="20"/>
                </a:cubicBezTo>
                <a:close/>
              </a:path>
            </a:pathLst>
          </a:custGeom>
          <a:solidFill>
            <a:srgbClr val="5859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07" name="Google Shape;907;p19"/>
          <p:cNvSpPr/>
          <p:nvPr/>
        </p:nvSpPr>
        <p:spPr>
          <a:xfrm>
            <a:off x="1641475" y="4491038"/>
            <a:ext cx="781050" cy="149225"/>
          </a:xfrm>
          <a:custGeom>
            <a:avLst/>
            <a:gdLst/>
            <a:ahLst/>
            <a:cxnLst/>
            <a:rect l="l" t="t" r="r" b="b"/>
            <a:pathLst>
              <a:path w="372" h="72" extrusionOk="0">
                <a:moveTo>
                  <a:pt x="2" y="21"/>
                </a:moveTo>
                <a:cubicBezTo>
                  <a:pt x="2" y="21"/>
                  <a:pt x="220" y="41"/>
                  <a:pt x="372" y="0"/>
                </a:cubicBezTo>
                <a:cubicBezTo>
                  <a:pt x="372" y="0"/>
                  <a:pt x="363" y="13"/>
                  <a:pt x="372" y="24"/>
                </a:cubicBezTo>
                <a:cubicBezTo>
                  <a:pt x="372" y="24"/>
                  <a:pt x="218" y="72"/>
                  <a:pt x="0" y="46"/>
                </a:cubicBezTo>
                <a:cubicBezTo>
                  <a:pt x="0" y="46"/>
                  <a:pt x="15" y="37"/>
                  <a:pt x="2" y="21"/>
                </a:cubicBezTo>
                <a:close/>
              </a:path>
            </a:pathLst>
          </a:custGeom>
          <a:solidFill>
            <a:srgbClr val="5859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08" name="Google Shape;908;p19"/>
          <p:cNvSpPr/>
          <p:nvPr/>
        </p:nvSpPr>
        <p:spPr>
          <a:xfrm>
            <a:off x="1639887" y="4373563"/>
            <a:ext cx="782638" cy="150813"/>
          </a:xfrm>
          <a:custGeom>
            <a:avLst/>
            <a:gdLst/>
            <a:ahLst/>
            <a:cxnLst/>
            <a:rect l="l" t="t" r="r" b="b"/>
            <a:pathLst>
              <a:path w="373" h="72" extrusionOk="0">
                <a:moveTo>
                  <a:pt x="2" y="21"/>
                </a:moveTo>
                <a:cubicBezTo>
                  <a:pt x="2" y="21"/>
                  <a:pt x="221" y="41"/>
                  <a:pt x="373" y="0"/>
                </a:cubicBezTo>
                <a:cubicBezTo>
                  <a:pt x="373" y="0"/>
                  <a:pt x="363" y="13"/>
                  <a:pt x="373" y="23"/>
                </a:cubicBezTo>
                <a:cubicBezTo>
                  <a:pt x="373" y="23"/>
                  <a:pt x="218" y="72"/>
                  <a:pt x="0" y="46"/>
                </a:cubicBezTo>
                <a:cubicBezTo>
                  <a:pt x="0" y="46"/>
                  <a:pt x="15" y="37"/>
                  <a:pt x="2" y="21"/>
                </a:cubicBezTo>
                <a:close/>
              </a:path>
            </a:pathLst>
          </a:custGeom>
          <a:solidFill>
            <a:srgbClr val="5859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09" name="Google Shape;909;p19"/>
          <p:cNvSpPr/>
          <p:nvPr/>
        </p:nvSpPr>
        <p:spPr>
          <a:xfrm>
            <a:off x="1639887" y="4257675"/>
            <a:ext cx="779463" cy="149225"/>
          </a:xfrm>
          <a:custGeom>
            <a:avLst/>
            <a:gdLst/>
            <a:ahLst/>
            <a:cxnLst/>
            <a:rect l="l" t="t" r="r" b="b"/>
            <a:pathLst>
              <a:path w="372" h="72" extrusionOk="0">
                <a:moveTo>
                  <a:pt x="2" y="21"/>
                </a:moveTo>
                <a:cubicBezTo>
                  <a:pt x="2" y="21"/>
                  <a:pt x="220" y="41"/>
                  <a:pt x="372" y="0"/>
                </a:cubicBezTo>
                <a:cubicBezTo>
                  <a:pt x="372" y="0"/>
                  <a:pt x="363" y="13"/>
                  <a:pt x="372" y="23"/>
                </a:cubicBezTo>
                <a:cubicBezTo>
                  <a:pt x="372" y="23"/>
                  <a:pt x="218" y="72"/>
                  <a:pt x="0" y="45"/>
                </a:cubicBezTo>
                <a:cubicBezTo>
                  <a:pt x="0" y="45"/>
                  <a:pt x="15" y="37"/>
                  <a:pt x="2" y="21"/>
                </a:cubicBezTo>
                <a:close/>
              </a:path>
            </a:pathLst>
          </a:custGeom>
          <a:solidFill>
            <a:srgbClr val="5859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10" name="Google Shape;910;p19"/>
          <p:cNvSpPr/>
          <p:nvPr/>
        </p:nvSpPr>
        <p:spPr>
          <a:xfrm>
            <a:off x="1816100" y="4881563"/>
            <a:ext cx="450850" cy="114300"/>
          </a:xfrm>
          <a:custGeom>
            <a:avLst/>
            <a:gdLst/>
            <a:ahLst/>
            <a:cxnLst/>
            <a:rect l="l" t="t" r="r" b="b"/>
            <a:pathLst>
              <a:path w="215" h="55" extrusionOk="0">
                <a:moveTo>
                  <a:pt x="0" y="4"/>
                </a:moveTo>
                <a:cubicBezTo>
                  <a:pt x="31" y="32"/>
                  <a:pt x="31" y="32"/>
                  <a:pt x="31" y="32"/>
                </a:cubicBezTo>
                <a:cubicBezTo>
                  <a:pt x="39" y="45"/>
                  <a:pt x="67" y="55"/>
                  <a:pt x="105" y="55"/>
                </a:cubicBezTo>
                <a:cubicBezTo>
                  <a:pt x="108" y="55"/>
                  <a:pt x="108" y="55"/>
                  <a:pt x="108" y="55"/>
                </a:cubicBezTo>
                <a:cubicBezTo>
                  <a:pt x="147" y="54"/>
                  <a:pt x="175" y="43"/>
                  <a:pt x="180" y="32"/>
                </a:cubicBezTo>
                <a:cubicBezTo>
                  <a:pt x="215" y="0"/>
                  <a:pt x="215" y="0"/>
                  <a:pt x="215" y="0"/>
                </a:cubicBezTo>
                <a:cubicBezTo>
                  <a:pt x="126" y="14"/>
                  <a:pt x="52" y="10"/>
                  <a:pt x="0" y="4"/>
                </a:cubicBezTo>
              </a:path>
            </a:pathLst>
          </a:custGeom>
          <a:solidFill>
            <a:srgbClr val="5859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11" name="Google Shape;911;p19"/>
          <p:cNvSpPr/>
          <p:nvPr/>
        </p:nvSpPr>
        <p:spPr>
          <a:xfrm>
            <a:off x="1712912" y="3170238"/>
            <a:ext cx="220663" cy="998538"/>
          </a:xfrm>
          <a:custGeom>
            <a:avLst/>
            <a:gdLst/>
            <a:ahLst/>
            <a:cxnLst/>
            <a:rect l="l" t="t" r="r" b="b"/>
            <a:pathLst>
              <a:path w="105" h="479" extrusionOk="0">
                <a:moveTo>
                  <a:pt x="89" y="479"/>
                </a:moveTo>
                <a:cubicBezTo>
                  <a:pt x="89" y="479"/>
                  <a:pt x="90" y="448"/>
                  <a:pt x="90" y="402"/>
                </a:cubicBezTo>
                <a:cubicBezTo>
                  <a:pt x="91" y="391"/>
                  <a:pt x="91" y="378"/>
                  <a:pt x="91" y="365"/>
                </a:cubicBezTo>
                <a:cubicBezTo>
                  <a:pt x="91" y="362"/>
                  <a:pt x="91" y="362"/>
                  <a:pt x="91" y="362"/>
                </a:cubicBezTo>
                <a:cubicBezTo>
                  <a:pt x="91" y="361"/>
                  <a:pt x="91" y="361"/>
                  <a:pt x="91" y="361"/>
                </a:cubicBezTo>
                <a:cubicBezTo>
                  <a:pt x="91" y="360"/>
                  <a:pt x="91" y="360"/>
                  <a:pt x="91" y="360"/>
                </a:cubicBezTo>
                <a:cubicBezTo>
                  <a:pt x="91" y="358"/>
                  <a:pt x="91" y="357"/>
                  <a:pt x="91" y="355"/>
                </a:cubicBezTo>
                <a:cubicBezTo>
                  <a:pt x="91" y="352"/>
                  <a:pt x="91" y="348"/>
                  <a:pt x="91" y="345"/>
                </a:cubicBezTo>
                <a:cubicBezTo>
                  <a:pt x="90" y="338"/>
                  <a:pt x="90" y="331"/>
                  <a:pt x="88" y="324"/>
                </a:cubicBezTo>
                <a:cubicBezTo>
                  <a:pt x="87" y="317"/>
                  <a:pt x="86" y="311"/>
                  <a:pt x="84" y="304"/>
                </a:cubicBezTo>
                <a:cubicBezTo>
                  <a:pt x="82" y="296"/>
                  <a:pt x="80" y="289"/>
                  <a:pt x="78" y="282"/>
                </a:cubicBezTo>
                <a:cubicBezTo>
                  <a:pt x="74" y="267"/>
                  <a:pt x="70" y="252"/>
                  <a:pt x="66" y="238"/>
                </a:cubicBezTo>
                <a:cubicBezTo>
                  <a:pt x="33" y="119"/>
                  <a:pt x="0" y="0"/>
                  <a:pt x="0" y="0"/>
                </a:cubicBezTo>
                <a:cubicBezTo>
                  <a:pt x="0" y="0"/>
                  <a:pt x="37" y="118"/>
                  <a:pt x="73" y="235"/>
                </a:cubicBezTo>
                <a:cubicBezTo>
                  <a:pt x="78" y="250"/>
                  <a:pt x="83" y="265"/>
                  <a:pt x="87" y="279"/>
                </a:cubicBezTo>
                <a:cubicBezTo>
                  <a:pt x="89" y="286"/>
                  <a:pt x="92" y="294"/>
                  <a:pt x="94" y="301"/>
                </a:cubicBezTo>
                <a:cubicBezTo>
                  <a:pt x="96" y="308"/>
                  <a:pt x="98" y="315"/>
                  <a:pt x="99" y="323"/>
                </a:cubicBezTo>
                <a:cubicBezTo>
                  <a:pt x="101" y="330"/>
                  <a:pt x="101" y="337"/>
                  <a:pt x="102" y="344"/>
                </a:cubicBezTo>
                <a:cubicBezTo>
                  <a:pt x="103" y="348"/>
                  <a:pt x="103" y="351"/>
                  <a:pt x="103" y="355"/>
                </a:cubicBezTo>
                <a:cubicBezTo>
                  <a:pt x="103" y="356"/>
                  <a:pt x="103" y="358"/>
                  <a:pt x="103" y="360"/>
                </a:cubicBezTo>
                <a:cubicBezTo>
                  <a:pt x="103" y="361"/>
                  <a:pt x="103" y="361"/>
                  <a:pt x="103" y="361"/>
                </a:cubicBezTo>
                <a:cubicBezTo>
                  <a:pt x="103" y="362"/>
                  <a:pt x="103" y="362"/>
                  <a:pt x="103" y="362"/>
                </a:cubicBezTo>
                <a:cubicBezTo>
                  <a:pt x="103" y="365"/>
                  <a:pt x="103" y="365"/>
                  <a:pt x="103" y="365"/>
                </a:cubicBezTo>
                <a:cubicBezTo>
                  <a:pt x="104" y="378"/>
                  <a:pt x="104" y="391"/>
                  <a:pt x="104" y="402"/>
                </a:cubicBezTo>
                <a:cubicBezTo>
                  <a:pt x="105" y="448"/>
                  <a:pt x="105" y="479"/>
                  <a:pt x="105" y="479"/>
                </a:cubicBezTo>
                <a:lnTo>
                  <a:pt x="89" y="479"/>
                </a:lnTo>
                <a:close/>
              </a:path>
            </a:pathLst>
          </a:custGeom>
          <a:solidFill>
            <a:srgbClr val="41404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12" name="Google Shape;912;p19"/>
          <p:cNvSpPr/>
          <p:nvPr/>
        </p:nvSpPr>
        <p:spPr>
          <a:xfrm>
            <a:off x="2157412" y="3170238"/>
            <a:ext cx="215900" cy="998538"/>
          </a:xfrm>
          <a:custGeom>
            <a:avLst/>
            <a:gdLst/>
            <a:ahLst/>
            <a:cxnLst/>
            <a:rect l="l" t="t" r="r" b="b"/>
            <a:pathLst>
              <a:path w="103" h="479" extrusionOk="0">
                <a:moveTo>
                  <a:pt x="0" y="479"/>
                </a:moveTo>
                <a:cubicBezTo>
                  <a:pt x="0" y="479"/>
                  <a:pt x="1" y="449"/>
                  <a:pt x="1" y="402"/>
                </a:cubicBezTo>
                <a:cubicBezTo>
                  <a:pt x="1" y="391"/>
                  <a:pt x="1" y="378"/>
                  <a:pt x="2" y="365"/>
                </a:cubicBezTo>
                <a:cubicBezTo>
                  <a:pt x="2" y="362"/>
                  <a:pt x="2" y="359"/>
                  <a:pt x="2" y="355"/>
                </a:cubicBezTo>
                <a:cubicBezTo>
                  <a:pt x="2" y="351"/>
                  <a:pt x="2" y="348"/>
                  <a:pt x="2" y="345"/>
                </a:cubicBezTo>
                <a:cubicBezTo>
                  <a:pt x="3" y="337"/>
                  <a:pt x="4" y="330"/>
                  <a:pt x="5" y="323"/>
                </a:cubicBezTo>
                <a:cubicBezTo>
                  <a:pt x="6" y="321"/>
                  <a:pt x="6" y="319"/>
                  <a:pt x="6" y="317"/>
                </a:cubicBezTo>
                <a:cubicBezTo>
                  <a:pt x="7" y="315"/>
                  <a:pt x="7" y="314"/>
                  <a:pt x="8" y="312"/>
                </a:cubicBezTo>
                <a:cubicBezTo>
                  <a:pt x="9" y="308"/>
                  <a:pt x="10" y="304"/>
                  <a:pt x="11" y="301"/>
                </a:cubicBezTo>
                <a:cubicBezTo>
                  <a:pt x="13" y="294"/>
                  <a:pt x="15" y="287"/>
                  <a:pt x="18" y="279"/>
                </a:cubicBezTo>
                <a:cubicBezTo>
                  <a:pt x="22" y="265"/>
                  <a:pt x="26" y="250"/>
                  <a:pt x="31" y="235"/>
                </a:cubicBezTo>
                <a:cubicBezTo>
                  <a:pt x="67" y="118"/>
                  <a:pt x="103" y="0"/>
                  <a:pt x="103" y="0"/>
                </a:cubicBezTo>
                <a:cubicBezTo>
                  <a:pt x="103" y="0"/>
                  <a:pt x="71" y="119"/>
                  <a:pt x="39" y="238"/>
                </a:cubicBezTo>
                <a:cubicBezTo>
                  <a:pt x="35" y="252"/>
                  <a:pt x="31" y="267"/>
                  <a:pt x="27" y="282"/>
                </a:cubicBezTo>
                <a:cubicBezTo>
                  <a:pt x="25" y="289"/>
                  <a:pt x="23" y="297"/>
                  <a:pt x="21" y="304"/>
                </a:cubicBezTo>
                <a:cubicBezTo>
                  <a:pt x="20" y="307"/>
                  <a:pt x="19" y="311"/>
                  <a:pt x="18" y="314"/>
                </a:cubicBezTo>
                <a:cubicBezTo>
                  <a:pt x="17" y="319"/>
                  <a:pt x="17" y="319"/>
                  <a:pt x="17" y="319"/>
                </a:cubicBezTo>
                <a:cubicBezTo>
                  <a:pt x="17" y="321"/>
                  <a:pt x="16" y="323"/>
                  <a:pt x="16" y="325"/>
                </a:cubicBezTo>
                <a:cubicBezTo>
                  <a:pt x="15" y="332"/>
                  <a:pt x="14" y="338"/>
                  <a:pt x="14" y="345"/>
                </a:cubicBezTo>
                <a:cubicBezTo>
                  <a:pt x="14" y="348"/>
                  <a:pt x="14" y="352"/>
                  <a:pt x="14" y="355"/>
                </a:cubicBezTo>
                <a:cubicBezTo>
                  <a:pt x="14" y="358"/>
                  <a:pt x="14" y="362"/>
                  <a:pt x="14" y="365"/>
                </a:cubicBezTo>
                <a:cubicBezTo>
                  <a:pt x="14" y="378"/>
                  <a:pt x="14" y="391"/>
                  <a:pt x="15" y="402"/>
                </a:cubicBezTo>
                <a:cubicBezTo>
                  <a:pt x="16" y="449"/>
                  <a:pt x="16" y="479"/>
                  <a:pt x="16" y="479"/>
                </a:cubicBezTo>
                <a:lnTo>
                  <a:pt x="0" y="479"/>
                </a:lnTo>
                <a:close/>
              </a:path>
            </a:pathLst>
          </a:custGeom>
          <a:solidFill>
            <a:srgbClr val="41404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13" name="Google Shape;913;p19"/>
          <p:cNvSpPr/>
          <p:nvPr/>
        </p:nvSpPr>
        <p:spPr>
          <a:xfrm>
            <a:off x="1751012" y="3230563"/>
            <a:ext cx="155575" cy="127000"/>
          </a:xfrm>
          <a:custGeom>
            <a:avLst/>
            <a:gdLst/>
            <a:ahLst/>
            <a:cxnLst/>
            <a:rect l="l" t="t" r="r" b="b"/>
            <a:pathLst>
              <a:path w="74" h="61" extrusionOk="0">
                <a:moveTo>
                  <a:pt x="36" y="0"/>
                </a:moveTo>
                <a:cubicBezTo>
                  <a:pt x="36" y="0"/>
                  <a:pt x="36" y="0"/>
                  <a:pt x="34" y="0"/>
                </a:cubicBezTo>
                <a:cubicBezTo>
                  <a:pt x="33" y="0"/>
                  <a:pt x="33" y="0"/>
                  <a:pt x="31" y="0"/>
                </a:cubicBezTo>
                <a:cubicBezTo>
                  <a:pt x="30" y="0"/>
                  <a:pt x="29" y="0"/>
                  <a:pt x="28" y="1"/>
                </a:cubicBezTo>
                <a:cubicBezTo>
                  <a:pt x="25" y="2"/>
                  <a:pt x="22" y="3"/>
                  <a:pt x="19" y="5"/>
                </a:cubicBezTo>
                <a:cubicBezTo>
                  <a:pt x="18" y="6"/>
                  <a:pt x="16" y="7"/>
                  <a:pt x="15" y="9"/>
                </a:cubicBezTo>
                <a:cubicBezTo>
                  <a:pt x="13" y="10"/>
                  <a:pt x="11" y="11"/>
                  <a:pt x="10" y="13"/>
                </a:cubicBezTo>
                <a:cubicBezTo>
                  <a:pt x="7" y="16"/>
                  <a:pt x="5" y="21"/>
                  <a:pt x="4" y="26"/>
                </a:cubicBezTo>
                <a:cubicBezTo>
                  <a:pt x="4" y="27"/>
                  <a:pt x="4" y="28"/>
                  <a:pt x="4" y="30"/>
                </a:cubicBezTo>
                <a:cubicBezTo>
                  <a:pt x="4" y="31"/>
                  <a:pt x="4" y="32"/>
                  <a:pt x="4" y="34"/>
                </a:cubicBezTo>
                <a:cubicBezTo>
                  <a:pt x="5" y="36"/>
                  <a:pt x="6" y="39"/>
                  <a:pt x="7" y="41"/>
                </a:cubicBezTo>
                <a:cubicBezTo>
                  <a:pt x="8" y="43"/>
                  <a:pt x="10" y="46"/>
                  <a:pt x="12" y="48"/>
                </a:cubicBezTo>
                <a:cubicBezTo>
                  <a:pt x="14" y="50"/>
                  <a:pt x="17" y="51"/>
                  <a:pt x="19" y="53"/>
                </a:cubicBezTo>
                <a:cubicBezTo>
                  <a:pt x="24" y="55"/>
                  <a:pt x="31" y="57"/>
                  <a:pt x="36" y="57"/>
                </a:cubicBezTo>
                <a:cubicBezTo>
                  <a:pt x="40" y="57"/>
                  <a:pt x="42" y="57"/>
                  <a:pt x="45" y="56"/>
                </a:cubicBezTo>
                <a:cubicBezTo>
                  <a:pt x="48" y="55"/>
                  <a:pt x="51" y="54"/>
                  <a:pt x="54" y="53"/>
                </a:cubicBezTo>
                <a:cubicBezTo>
                  <a:pt x="56" y="51"/>
                  <a:pt x="59" y="50"/>
                  <a:pt x="61" y="48"/>
                </a:cubicBezTo>
                <a:cubicBezTo>
                  <a:pt x="63" y="46"/>
                  <a:pt x="65" y="43"/>
                  <a:pt x="66" y="41"/>
                </a:cubicBezTo>
                <a:cubicBezTo>
                  <a:pt x="69" y="36"/>
                  <a:pt x="69" y="31"/>
                  <a:pt x="69" y="26"/>
                </a:cubicBezTo>
                <a:cubicBezTo>
                  <a:pt x="68" y="21"/>
                  <a:pt x="66" y="16"/>
                  <a:pt x="63" y="13"/>
                </a:cubicBezTo>
                <a:cubicBezTo>
                  <a:pt x="62" y="11"/>
                  <a:pt x="60" y="10"/>
                  <a:pt x="58" y="9"/>
                </a:cubicBezTo>
                <a:cubicBezTo>
                  <a:pt x="57" y="7"/>
                  <a:pt x="55" y="6"/>
                  <a:pt x="54" y="5"/>
                </a:cubicBezTo>
                <a:cubicBezTo>
                  <a:pt x="51" y="3"/>
                  <a:pt x="48" y="2"/>
                  <a:pt x="45" y="1"/>
                </a:cubicBezTo>
                <a:cubicBezTo>
                  <a:pt x="44" y="0"/>
                  <a:pt x="42" y="0"/>
                  <a:pt x="41" y="0"/>
                </a:cubicBezTo>
                <a:cubicBezTo>
                  <a:pt x="40" y="0"/>
                  <a:pt x="39" y="0"/>
                  <a:pt x="39" y="0"/>
                </a:cubicBezTo>
                <a:cubicBezTo>
                  <a:pt x="37" y="0"/>
                  <a:pt x="36" y="0"/>
                  <a:pt x="36" y="0"/>
                </a:cubicBezTo>
                <a:close/>
                <a:moveTo>
                  <a:pt x="36" y="0"/>
                </a:moveTo>
                <a:cubicBezTo>
                  <a:pt x="36" y="0"/>
                  <a:pt x="37" y="0"/>
                  <a:pt x="39" y="0"/>
                </a:cubicBezTo>
                <a:cubicBezTo>
                  <a:pt x="40" y="0"/>
                  <a:pt x="42" y="0"/>
                  <a:pt x="45" y="0"/>
                </a:cubicBezTo>
                <a:cubicBezTo>
                  <a:pt x="48" y="0"/>
                  <a:pt x="51" y="1"/>
                  <a:pt x="55" y="3"/>
                </a:cubicBezTo>
                <a:cubicBezTo>
                  <a:pt x="57" y="3"/>
                  <a:pt x="59" y="4"/>
                  <a:pt x="61" y="6"/>
                </a:cubicBezTo>
                <a:cubicBezTo>
                  <a:pt x="62" y="6"/>
                  <a:pt x="63" y="7"/>
                  <a:pt x="63" y="8"/>
                </a:cubicBezTo>
                <a:cubicBezTo>
                  <a:pt x="64" y="9"/>
                  <a:pt x="65" y="10"/>
                  <a:pt x="66" y="11"/>
                </a:cubicBezTo>
                <a:cubicBezTo>
                  <a:pt x="69" y="14"/>
                  <a:pt x="72" y="19"/>
                  <a:pt x="73" y="25"/>
                </a:cubicBezTo>
                <a:cubicBezTo>
                  <a:pt x="74" y="31"/>
                  <a:pt x="73" y="38"/>
                  <a:pt x="69" y="43"/>
                </a:cubicBezTo>
                <a:cubicBezTo>
                  <a:pt x="68" y="46"/>
                  <a:pt x="66" y="48"/>
                  <a:pt x="63" y="51"/>
                </a:cubicBezTo>
                <a:cubicBezTo>
                  <a:pt x="61" y="53"/>
                  <a:pt x="58" y="55"/>
                  <a:pt x="56" y="56"/>
                </a:cubicBezTo>
                <a:cubicBezTo>
                  <a:pt x="53" y="58"/>
                  <a:pt x="49" y="59"/>
                  <a:pt x="46" y="60"/>
                </a:cubicBezTo>
                <a:cubicBezTo>
                  <a:pt x="43" y="61"/>
                  <a:pt x="40" y="61"/>
                  <a:pt x="37" y="61"/>
                </a:cubicBezTo>
                <a:cubicBezTo>
                  <a:pt x="30" y="61"/>
                  <a:pt x="23" y="59"/>
                  <a:pt x="17" y="56"/>
                </a:cubicBezTo>
                <a:cubicBezTo>
                  <a:pt x="14" y="55"/>
                  <a:pt x="12" y="53"/>
                  <a:pt x="9" y="51"/>
                </a:cubicBezTo>
                <a:cubicBezTo>
                  <a:pt x="7" y="48"/>
                  <a:pt x="5" y="46"/>
                  <a:pt x="4" y="43"/>
                </a:cubicBezTo>
                <a:cubicBezTo>
                  <a:pt x="2" y="40"/>
                  <a:pt x="1" y="37"/>
                  <a:pt x="0" y="34"/>
                </a:cubicBezTo>
                <a:cubicBezTo>
                  <a:pt x="0" y="33"/>
                  <a:pt x="0" y="31"/>
                  <a:pt x="0" y="30"/>
                </a:cubicBezTo>
                <a:cubicBezTo>
                  <a:pt x="0" y="28"/>
                  <a:pt x="0" y="27"/>
                  <a:pt x="0" y="25"/>
                </a:cubicBezTo>
                <a:cubicBezTo>
                  <a:pt x="1" y="19"/>
                  <a:pt x="4" y="14"/>
                  <a:pt x="7" y="11"/>
                </a:cubicBezTo>
                <a:cubicBezTo>
                  <a:pt x="8" y="10"/>
                  <a:pt x="9" y="9"/>
                  <a:pt x="9" y="8"/>
                </a:cubicBezTo>
                <a:cubicBezTo>
                  <a:pt x="10" y="7"/>
                  <a:pt x="11" y="6"/>
                  <a:pt x="12" y="6"/>
                </a:cubicBezTo>
                <a:cubicBezTo>
                  <a:pt x="14" y="4"/>
                  <a:pt x="16" y="3"/>
                  <a:pt x="18" y="3"/>
                </a:cubicBezTo>
                <a:cubicBezTo>
                  <a:pt x="22" y="1"/>
                  <a:pt x="25" y="0"/>
                  <a:pt x="28" y="0"/>
                </a:cubicBezTo>
                <a:cubicBezTo>
                  <a:pt x="31" y="0"/>
                  <a:pt x="33" y="0"/>
                  <a:pt x="34" y="0"/>
                </a:cubicBezTo>
                <a:cubicBezTo>
                  <a:pt x="36" y="0"/>
                  <a:pt x="36" y="0"/>
                  <a:pt x="36" y="0"/>
                </a:cubicBezTo>
                <a:close/>
              </a:path>
            </a:pathLst>
          </a:custGeom>
          <a:solidFill>
            <a:srgbClr val="41404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14" name="Google Shape;914;p19"/>
          <p:cNvSpPr/>
          <p:nvPr/>
        </p:nvSpPr>
        <p:spPr>
          <a:xfrm>
            <a:off x="1895475" y="3230563"/>
            <a:ext cx="155575" cy="127000"/>
          </a:xfrm>
          <a:custGeom>
            <a:avLst/>
            <a:gdLst/>
            <a:ahLst/>
            <a:cxnLst/>
            <a:rect l="l" t="t" r="r" b="b"/>
            <a:pathLst>
              <a:path w="74" h="61" extrusionOk="0">
                <a:moveTo>
                  <a:pt x="37" y="0"/>
                </a:moveTo>
                <a:cubicBezTo>
                  <a:pt x="37" y="0"/>
                  <a:pt x="36" y="0"/>
                  <a:pt x="34" y="0"/>
                </a:cubicBezTo>
                <a:cubicBezTo>
                  <a:pt x="34" y="0"/>
                  <a:pt x="33" y="0"/>
                  <a:pt x="32" y="0"/>
                </a:cubicBezTo>
                <a:cubicBezTo>
                  <a:pt x="31" y="0"/>
                  <a:pt x="29" y="0"/>
                  <a:pt x="28" y="1"/>
                </a:cubicBezTo>
                <a:cubicBezTo>
                  <a:pt x="25" y="2"/>
                  <a:pt x="22" y="3"/>
                  <a:pt x="19" y="5"/>
                </a:cubicBezTo>
                <a:cubicBezTo>
                  <a:pt x="18" y="6"/>
                  <a:pt x="16" y="7"/>
                  <a:pt x="15" y="9"/>
                </a:cubicBezTo>
                <a:cubicBezTo>
                  <a:pt x="13" y="10"/>
                  <a:pt x="12" y="11"/>
                  <a:pt x="10" y="13"/>
                </a:cubicBezTo>
                <a:cubicBezTo>
                  <a:pt x="7" y="16"/>
                  <a:pt x="5" y="21"/>
                  <a:pt x="4" y="26"/>
                </a:cubicBezTo>
                <a:cubicBezTo>
                  <a:pt x="4" y="27"/>
                  <a:pt x="4" y="28"/>
                  <a:pt x="4" y="30"/>
                </a:cubicBezTo>
                <a:cubicBezTo>
                  <a:pt x="4" y="31"/>
                  <a:pt x="4" y="32"/>
                  <a:pt x="4" y="34"/>
                </a:cubicBezTo>
                <a:cubicBezTo>
                  <a:pt x="5" y="36"/>
                  <a:pt x="6" y="39"/>
                  <a:pt x="7" y="41"/>
                </a:cubicBezTo>
                <a:cubicBezTo>
                  <a:pt x="9" y="43"/>
                  <a:pt x="10" y="46"/>
                  <a:pt x="12" y="48"/>
                </a:cubicBezTo>
                <a:cubicBezTo>
                  <a:pt x="14" y="50"/>
                  <a:pt x="17" y="51"/>
                  <a:pt x="19" y="53"/>
                </a:cubicBezTo>
                <a:cubicBezTo>
                  <a:pt x="25" y="55"/>
                  <a:pt x="31" y="57"/>
                  <a:pt x="37" y="57"/>
                </a:cubicBezTo>
                <a:cubicBezTo>
                  <a:pt x="40" y="57"/>
                  <a:pt x="43" y="57"/>
                  <a:pt x="46" y="56"/>
                </a:cubicBezTo>
                <a:cubicBezTo>
                  <a:pt x="48" y="55"/>
                  <a:pt x="51" y="54"/>
                  <a:pt x="54" y="53"/>
                </a:cubicBezTo>
                <a:cubicBezTo>
                  <a:pt x="56" y="51"/>
                  <a:pt x="59" y="50"/>
                  <a:pt x="61" y="48"/>
                </a:cubicBezTo>
                <a:cubicBezTo>
                  <a:pt x="63" y="46"/>
                  <a:pt x="65" y="43"/>
                  <a:pt x="66" y="41"/>
                </a:cubicBezTo>
                <a:cubicBezTo>
                  <a:pt x="69" y="36"/>
                  <a:pt x="70" y="31"/>
                  <a:pt x="69" y="26"/>
                </a:cubicBezTo>
                <a:cubicBezTo>
                  <a:pt x="68" y="21"/>
                  <a:pt x="66" y="16"/>
                  <a:pt x="63" y="13"/>
                </a:cubicBezTo>
                <a:cubicBezTo>
                  <a:pt x="62" y="11"/>
                  <a:pt x="60" y="10"/>
                  <a:pt x="59" y="9"/>
                </a:cubicBezTo>
                <a:cubicBezTo>
                  <a:pt x="57" y="7"/>
                  <a:pt x="56" y="6"/>
                  <a:pt x="54" y="5"/>
                </a:cubicBezTo>
                <a:cubicBezTo>
                  <a:pt x="51" y="3"/>
                  <a:pt x="48" y="2"/>
                  <a:pt x="45" y="1"/>
                </a:cubicBezTo>
                <a:cubicBezTo>
                  <a:pt x="44" y="0"/>
                  <a:pt x="43" y="0"/>
                  <a:pt x="42" y="0"/>
                </a:cubicBezTo>
                <a:cubicBezTo>
                  <a:pt x="41" y="0"/>
                  <a:pt x="40" y="0"/>
                  <a:pt x="39" y="0"/>
                </a:cubicBezTo>
                <a:cubicBezTo>
                  <a:pt x="37" y="0"/>
                  <a:pt x="37" y="0"/>
                  <a:pt x="37" y="0"/>
                </a:cubicBezTo>
                <a:close/>
                <a:moveTo>
                  <a:pt x="37" y="0"/>
                </a:moveTo>
                <a:cubicBezTo>
                  <a:pt x="37" y="0"/>
                  <a:pt x="37" y="0"/>
                  <a:pt x="39" y="0"/>
                </a:cubicBezTo>
                <a:cubicBezTo>
                  <a:pt x="40" y="0"/>
                  <a:pt x="43" y="0"/>
                  <a:pt x="45" y="0"/>
                </a:cubicBezTo>
                <a:cubicBezTo>
                  <a:pt x="48" y="0"/>
                  <a:pt x="51" y="1"/>
                  <a:pt x="55" y="3"/>
                </a:cubicBezTo>
                <a:cubicBezTo>
                  <a:pt x="57" y="3"/>
                  <a:pt x="59" y="4"/>
                  <a:pt x="61" y="6"/>
                </a:cubicBezTo>
                <a:cubicBezTo>
                  <a:pt x="62" y="6"/>
                  <a:pt x="63" y="7"/>
                  <a:pt x="64" y="8"/>
                </a:cubicBezTo>
                <a:cubicBezTo>
                  <a:pt x="65" y="9"/>
                  <a:pt x="65" y="10"/>
                  <a:pt x="66" y="11"/>
                </a:cubicBezTo>
                <a:cubicBezTo>
                  <a:pt x="69" y="14"/>
                  <a:pt x="72" y="19"/>
                  <a:pt x="73" y="25"/>
                </a:cubicBezTo>
                <a:cubicBezTo>
                  <a:pt x="74" y="31"/>
                  <a:pt x="73" y="38"/>
                  <a:pt x="70" y="43"/>
                </a:cubicBezTo>
                <a:cubicBezTo>
                  <a:pt x="68" y="46"/>
                  <a:pt x="66" y="48"/>
                  <a:pt x="64" y="51"/>
                </a:cubicBezTo>
                <a:cubicBezTo>
                  <a:pt x="61" y="53"/>
                  <a:pt x="59" y="55"/>
                  <a:pt x="56" y="56"/>
                </a:cubicBezTo>
                <a:cubicBezTo>
                  <a:pt x="50" y="59"/>
                  <a:pt x="43" y="61"/>
                  <a:pt x="37" y="61"/>
                </a:cubicBezTo>
                <a:cubicBezTo>
                  <a:pt x="30" y="61"/>
                  <a:pt x="23" y="59"/>
                  <a:pt x="18" y="56"/>
                </a:cubicBezTo>
                <a:cubicBezTo>
                  <a:pt x="15" y="55"/>
                  <a:pt x="12" y="53"/>
                  <a:pt x="10" y="51"/>
                </a:cubicBezTo>
                <a:cubicBezTo>
                  <a:pt x="7" y="48"/>
                  <a:pt x="5" y="46"/>
                  <a:pt x="4" y="43"/>
                </a:cubicBezTo>
                <a:cubicBezTo>
                  <a:pt x="2" y="40"/>
                  <a:pt x="1" y="37"/>
                  <a:pt x="1" y="34"/>
                </a:cubicBezTo>
                <a:cubicBezTo>
                  <a:pt x="0" y="33"/>
                  <a:pt x="0" y="31"/>
                  <a:pt x="0" y="30"/>
                </a:cubicBezTo>
                <a:cubicBezTo>
                  <a:pt x="0" y="28"/>
                  <a:pt x="0" y="27"/>
                  <a:pt x="0" y="25"/>
                </a:cubicBezTo>
                <a:cubicBezTo>
                  <a:pt x="1" y="19"/>
                  <a:pt x="4" y="14"/>
                  <a:pt x="7" y="11"/>
                </a:cubicBezTo>
                <a:cubicBezTo>
                  <a:pt x="8" y="10"/>
                  <a:pt x="9" y="9"/>
                  <a:pt x="10" y="8"/>
                </a:cubicBezTo>
                <a:cubicBezTo>
                  <a:pt x="10" y="7"/>
                  <a:pt x="11" y="6"/>
                  <a:pt x="12" y="6"/>
                </a:cubicBezTo>
                <a:cubicBezTo>
                  <a:pt x="14" y="4"/>
                  <a:pt x="16" y="3"/>
                  <a:pt x="18" y="3"/>
                </a:cubicBezTo>
                <a:cubicBezTo>
                  <a:pt x="22" y="1"/>
                  <a:pt x="25" y="0"/>
                  <a:pt x="28" y="0"/>
                </a:cubicBezTo>
                <a:cubicBezTo>
                  <a:pt x="31" y="0"/>
                  <a:pt x="33" y="0"/>
                  <a:pt x="34" y="0"/>
                </a:cubicBezTo>
                <a:cubicBezTo>
                  <a:pt x="36" y="0"/>
                  <a:pt x="37" y="0"/>
                  <a:pt x="37" y="0"/>
                </a:cubicBezTo>
                <a:close/>
              </a:path>
            </a:pathLst>
          </a:custGeom>
          <a:solidFill>
            <a:srgbClr val="41404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15" name="Google Shape;915;p19"/>
          <p:cNvSpPr/>
          <p:nvPr/>
        </p:nvSpPr>
        <p:spPr>
          <a:xfrm>
            <a:off x="2039937" y="3230563"/>
            <a:ext cx="155575" cy="127000"/>
          </a:xfrm>
          <a:custGeom>
            <a:avLst/>
            <a:gdLst/>
            <a:ahLst/>
            <a:cxnLst/>
            <a:rect l="l" t="t" r="r" b="b"/>
            <a:pathLst>
              <a:path w="74" h="61" extrusionOk="0">
                <a:moveTo>
                  <a:pt x="37" y="0"/>
                </a:moveTo>
                <a:cubicBezTo>
                  <a:pt x="37" y="0"/>
                  <a:pt x="36" y="0"/>
                  <a:pt x="35" y="0"/>
                </a:cubicBezTo>
                <a:cubicBezTo>
                  <a:pt x="34" y="0"/>
                  <a:pt x="33" y="0"/>
                  <a:pt x="32" y="0"/>
                </a:cubicBezTo>
                <a:cubicBezTo>
                  <a:pt x="31" y="0"/>
                  <a:pt x="30" y="0"/>
                  <a:pt x="28" y="1"/>
                </a:cubicBezTo>
                <a:cubicBezTo>
                  <a:pt x="26" y="2"/>
                  <a:pt x="23" y="3"/>
                  <a:pt x="20" y="5"/>
                </a:cubicBezTo>
                <a:cubicBezTo>
                  <a:pt x="18" y="6"/>
                  <a:pt x="16" y="7"/>
                  <a:pt x="15" y="9"/>
                </a:cubicBezTo>
                <a:cubicBezTo>
                  <a:pt x="13" y="10"/>
                  <a:pt x="12" y="11"/>
                  <a:pt x="10" y="13"/>
                </a:cubicBezTo>
                <a:cubicBezTo>
                  <a:pt x="7" y="16"/>
                  <a:pt x="5" y="21"/>
                  <a:pt x="4" y="26"/>
                </a:cubicBezTo>
                <a:cubicBezTo>
                  <a:pt x="4" y="27"/>
                  <a:pt x="4" y="28"/>
                  <a:pt x="4" y="30"/>
                </a:cubicBezTo>
                <a:cubicBezTo>
                  <a:pt x="4" y="31"/>
                  <a:pt x="4" y="32"/>
                  <a:pt x="5" y="34"/>
                </a:cubicBezTo>
                <a:cubicBezTo>
                  <a:pt x="5" y="36"/>
                  <a:pt x="6" y="39"/>
                  <a:pt x="7" y="41"/>
                </a:cubicBezTo>
                <a:cubicBezTo>
                  <a:pt x="9" y="43"/>
                  <a:pt x="10" y="46"/>
                  <a:pt x="13" y="48"/>
                </a:cubicBezTo>
                <a:cubicBezTo>
                  <a:pt x="15" y="50"/>
                  <a:pt x="17" y="51"/>
                  <a:pt x="20" y="53"/>
                </a:cubicBezTo>
                <a:cubicBezTo>
                  <a:pt x="25" y="55"/>
                  <a:pt x="31" y="57"/>
                  <a:pt x="37" y="57"/>
                </a:cubicBezTo>
                <a:cubicBezTo>
                  <a:pt x="40" y="57"/>
                  <a:pt x="43" y="57"/>
                  <a:pt x="46" y="56"/>
                </a:cubicBezTo>
                <a:cubicBezTo>
                  <a:pt x="49" y="55"/>
                  <a:pt x="51" y="54"/>
                  <a:pt x="54" y="53"/>
                </a:cubicBezTo>
                <a:cubicBezTo>
                  <a:pt x="57" y="51"/>
                  <a:pt x="59" y="50"/>
                  <a:pt x="61" y="48"/>
                </a:cubicBezTo>
                <a:cubicBezTo>
                  <a:pt x="63" y="46"/>
                  <a:pt x="65" y="43"/>
                  <a:pt x="66" y="41"/>
                </a:cubicBezTo>
                <a:cubicBezTo>
                  <a:pt x="69" y="36"/>
                  <a:pt x="70" y="31"/>
                  <a:pt x="69" y="26"/>
                </a:cubicBezTo>
                <a:cubicBezTo>
                  <a:pt x="68" y="21"/>
                  <a:pt x="66" y="16"/>
                  <a:pt x="63" y="13"/>
                </a:cubicBezTo>
                <a:cubicBezTo>
                  <a:pt x="62" y="11"/>
                  <a:pt x="60" y="10"/>
                  <a:pt x="59" y="9"/>
                </a:cubicBezTo>
                <a:cubicBezTo>
                  <a:pt x="57" y="7"/>
                  <a:pt x="56" y="6"/>
                  <a:pt x="54" y="5"/>
                </a:cubicBezTo>
                <a:cubicBezTo>
                  <a:pt x="51" y="3"/>
                  <a:pt x="48" y="2"/>
                  <a:pt x="45" y="1"/>
                </a:cubicBezTo>
                <a:cubicBezTo>
                  <a:pt x="44" y="0"/>
                  <a:pt x="43" y="0"/>
                  <a:pt x="42" y="0"/>
                </a:cubicBezTo>
                <a:cubicBezTo>
                  <a:pt x="41" y="0"/>
                  <a:pt x="40" y="0"/>
                  <a:pt x="39" y="0"/>
                </a:cubicBezTo>
                <a:cubicBezTo>
                  <a:pt x="38" y="0"/>
                  <a:pt x="37" y="0"/>
                  <a:pt x="37" y="0"/>
                </a:cubicBezTo>
                <a:close/>
                <a:moveTo>
                  <a:pt x="37" y="0"/>
                </a:moveTo>
                <a:cubicBezTo>
                  <a:pt x="37" y="0"/>
                  <a:pt x="38" y="0"/>
                  <a:pt x="39" y="0"/>
                </a:cubicBezTo>
                <a:cubicBezTo>
                  <a:pt x="41" y="0"/>
                  <a:pt x="43" y="0"/>
                  <a:pt x="46" y="0"/>
                </a:cubicBezTo>
                <a:cubicBezTo>
                  <a:pt x="48" y="0"/>
                  <a:pt x="52" y="1"/>
                  <a:pt x="55" y="3"/>
                </a:cubicBezTo>
                <a:cubicBezTo>
                  <a:pt x="57" y="3"/>
                  <a:pt x="59" y="4"/>
                  <a:pt x="61" y="6"/>
                </a:cubicBezTo>
                <a:cubicBezTo>
                  <a:pt x="62" y="6"/>
                  <a:pt x="63" y="7"/>
                  <a:pt x="64" y="8"/>
                </a:cubicBezTo>
                <a:cubicBezTo>
                  <a:pt x="65" y="9"/>
                  <a:pt x="66" y="10"/>
                  <a:pt x="66" y="11"/>
                </a:cubicBezTo>
                <a:cubicBezTo>
                  <a:pt x="70" y="14"/>
                  <a:pt x="72" y="19"/>
                  <a:pt x="73" y="25"/>
                </a:cubicBezTo>
                <a:cubicBezTo>
                  <a:pt x="74" y="31"/>
                  <a:pt x="73" y="38"/>
                  <a:pt x="70" y="43"/>
                </a:cubicBezTo>
                <a:cubicBezTo>
                  <a:pt x="68" y="46"/>
                  <a:pt x="66" y="48"/>
                  <a:pt x="64" y="51"/>
                </a:cubicBezTo>
                <a:cubicBezTo>
                  <a:pt x="61" y="53"/>
                  <a:pt x="59" y="55"/>
                  <a:pt x="56" y="56"/>
                </a:cubicBezTo>
                <a:cubicBezTo>
                  <a:pt x="50" y="59"/>
                  <a:pt x="43" y="61"/>
                  <a:pt x="37" y="61"/>
                </a:cubicBezTo>
                <a:cubicBezTo>
                  <a:pt x="30" y="61"/>
                  <a:pt x="24" y="59"/>
                  <a:pt x="18" y="56"/>
                </a:cubicBezTo>
                <a:cubicBezTo>
                  <a:pt x="15" y="55"/>
                  <a:pt x="12" y="53"/>
                  <a:pt x="10" y="51"/>
                </a:cubicBezTo>
                <a:cubicBezTo>
                  <a:pt x="7" y="48"/>
                  <a:pt x="5" y="46"/>
                  <a:pt x="4" y="43"/>
                </a:cubicBezTo>
                <a:cubicBezTo>
                  <a:pt x="2" y="40"/>
                  <a:pt x="1" y="37"/>
                  <a:pt x="1" y="34"/>
                </a:cubicBezTo>
                <a:cubicBezTo>
                  <a:pt x="0" y="33"/>
                  <a:pt x="0" y="31"/>
                  <a:pt x="0" y="30"/>
                </a:cubicBezTo>
                <a:cubicBezTo>
                  <a:pt x="0" y="28"/>
                  <a:pt x="0" y="27"/>
                  <a:pt x="1" y="25"/>
                </a:cubicBezTo>
                <a:cubicBezTo>
                  <a:pt x="1" y="19"/>
                  <a:pt x="4" y="14"/>
                  <a:pt x="7" y="11"/>
                </a:cubicBezTo>
                <a:cubicBezTo>
                  <a:pt x="8" y="10"/>
                  <a:pt x="9" y="9"/>
                  <a:pt x="10" y="8"/>
                </a:cubicBezTo>
                <a:cubicBezTo>
                  <a:pt x="11" y="7"/>
                  <a:pt x="12" y="6"/>
                  <a:pt x="12" y="6"/>
                </a:cubicBezTo>
                <a:cubicBezTo>
                  <a:pt x="14" y="4"/>
                  <a:pt x="16" y="3"/>
                  <a:pt x="18" y="3"/>
                </a:cubicBezTo>
                <a:cubicBezTo>
                  <a:pt x="22" y="1"/>
                  <a:pt x="25" y="0"/>
                  <a:pt x="28" y="0"/>
                </a:cubicBezTo>
                <a:cubicBezTo>
                  <a:pt x="31" y="0"/>
                  <a:pt x="33" y="0"/>
                  <a:pt x="35" y="0"/>
                </a:cubicBezTo>
                <a:cubicBezTo>
                  <a:pt x="36" y="0"/>
                  <a:pt x="37" y="0"/>
                  <a:pt x="37" y="0"/>
                </a:cubicBezTo>
                <a:close/>
              </a:path>
            </a:pathLst>
          </a:custGeom>
          <a:solidFill>
            <a:srgbClr val="41404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16" name="Google Shape;916;p19"/>
          <p:cNvSpPr/>
          <p:nvPr/>
        </p:nvSpPr>
        <p:spPr>
          <a:xfrm>
            <a:off x="2184400" y="3230563"/>
            <a:ext cx="155575" cy="127000"/>
          </a:xfrm>
          <a:custGeom>
            <a:avLst/>
            <a:gdLst/>
            <a:ahLst/>
            <a:cxnLst/>
            <a:rect l="l" t="t" r="r" b="b"/>
            <a:pathLst>
              <a:path w="74" h="61" extrusionOk="0">
                <a:moveTo>
                  <a:pt x="37" y="0"/>
                </a:moveTo>
                <a:cubicBezTo>
                  <a:pt x="37" y="0"/>
                  <a:pt x="36" y="0"/>
                  <a:pt x="35" y="0"/>
                </a:cubicBezTo>
                <a:cubicBezTo>
                  <a:pt x="34" y="0"/>
                  <a:pt x="33" y="0"/>
                  <a:pt x="32" y="0"/>
                </a:cubicBezTo>
                <a:cubicBezTo>
                  <a:pt x="31" y="0"/>
                  <a:pt x="30" y="0"/>
                  <a:pt x="28" y="1"/>
                </a:cubicBezTo>
                <a:cubicBezTo>
                  <a:pt x="26" y="2"/>
                  <a:pt x="23" y="3"/>
                  <a:pt x="20" y="5"/>
                </a:cubicBezTo>
                <a:cubicBezTo>
                  <a:pt x="18" y="6"/>
                  <a:pt x="17" y="7"/>
                  <a:pt x="15" y="9"/>
                </a:cubicBezTo>
                <a:cubicBezTo>
                  <a:pt x="14" y="10"/>
                  <a:pt x="12" y="11"/>
                  <a:pt x="11" y="13"/>
                </a:cubicBezTo>
                <a:cubicBezTo>
                  <a:pt x="8" y="16"/>
                  <a:pt x="5" y="21"/>
                  <a:pt x="5" y="26"/>
                </a:cubicBezTo>
                <a:cubicBezTo>
                  <a:pt x="4" y="27"/>
                  <a:pt x="4" y="28"/>
                  <a:pt x="4" y="30"/>
                </a:cubicBezTo>
                <a:cubicBezTo>
                  <a:pt x="5" y="31"/>
                  <a:pt x="5" y="32"/>
                  <a:pt x="5" y="34"/>
                </a:cubicBezTo>
                <a:cubicBezTo>
                  <a:pt x="5" y="36"/>
                  <a:pt x="6" y="39"/>
                  <a:pt x="8" y="41"/>
                </a:cubicBezTo>
                <a:cubicBezTo>
                  <a:pt x="9" y="43"/>
                  <a:pt x="11" y="46"/>
                  <a:pt x="13" y="48"/>
                </a:cubicBezTo>
                <a:cubicBezTo>
                  <a:pt x="15" y="50"/>
                  <a:pt x="17" y="51"/>
                  <a:pt x="20" y="53"/>
                </a:cubicBezTo>
                <a:cubicBezTo>
                  <a:pt x="25" y="55"/>
                  <a:pt x="31" y="57"/>
                  <a:pt x="37" y="57"/>
                </a:cubicBezTo>
                <a:cubicBezTo>
                  <a:pt x="40" y="57"/>
                  <a:pt x="43" y="57"/>
                  <a:pt x="46" y="56"/>
                </a:cubicBezTo>
                <a:cubicBezTo>
                  <a:pt x="49" y="55"/>
                  <a:pt x="52" y="54"/>
                  <a:pt x="54" y="53"/>
                </a:cubicBezTo>
                <a:cubicBezTo>
                  <a:pt x="57" y="51"/>
                  <a:pt x="59" y="50"/>
                  <a:pt x="61" y="48"/>
                </a:cubicBezTo>
                <a:cubicBezTo>
                  <a:pt x="63" y="46"/>
                  <a:pt x="65" y="43"/>
                  <a:pt x="66" y="41"/>
                </a:cubicBezTo>
                <a:cubicBezTo>
                  <a:pt x="69" y="36"/>
                  <a:pt x="70" y="31"/>
                  <a:pt x="69" y="26"/>
                </a:cubicBezTo>
                <a:cubicBezTo>
                  <a:pt x="69" y="21"/>
                  <a:pt x="66" y="16"/>
                  <a:pt x="64" y="13"/>
                </a:cubicBezTo>
                <a:cubicBezTo>
                  <a:pt x="62" y="11"/>
                  <a:pt x="60" y="10"/>
                  <a:pt x="59" y="9"/>
                </a:cubicBezTo>
                <a:cubicBezTo>
                  <a:pt x="57" y="7"/>
                  <a:pt x="56" y="6"/>
                  <a:pt x="54" y="5"/>
                </a:cubicBezTo>
                <a:cubicBezTo>
                  <a:pt x="51" y="3"/>
                  <a:pt x="48" y="2"/>
                  <a:pt x="46" y="1"/>
                </a:cubicBezTo>
                <a:cubicBezTo>
                  <a:pt x="44" y="0"/>
                  <a:pt x="43" y="0"/>
                  <a:pt x="42" y="0"/>
                </a:cubicBezTo>
                <a:cubicBezTo>
                  <a:pt x="41" y="0"/>
                  <a:pt x="40" y="0"/>
                  <a:pt x="39" y="0"/>
                </a:cubicBezTo>
                <a:cubicBezTo>
                  <a:pt x="38" y="0"/>
                  <a:pt x="37" y="0"/>
                  <a:pt x="37" y="0"/>
                </a:cubicBezTo>
                <a:close/>
                <a:moveTo>
                  <a:pt x="37" y="0"/>
                </a:moveTo>
                <a:cubicBezTo>
                  <a:pt x="37" y="0"/>
                  <a:pt x="38" y="0"/>
                  <a:pt x="39" y="0"/>
                </a:cubicBezTo>
                <a:cubicBezTo>
                  <a:pt x="41" y="0"/>
                  <a:pt x="43" y="0"/>
                  <a:pt x="46" y="0"/>
                </a:cubicBezTo>
                <a:cubicBezTo>
                  <a:pt x="48" y="0"/>
                  <a:pt x="52" y="1"/>
                  <a:pt x="56" y="3"/>
                </a:cubicBezTo>
                <a:cubicBezTo>
                  <a:pt x="57" y="3"/>
                  <a:pt x="59" y="4"/>
                  <a:pt x="61" y="6"/>
                </a:cubicBezTo>
                <a:cubicBezTo>
                  <a:pt x="62" y="6"/>
                  <a:pt x="63" y="7"/>
                  <a:pt x="64" y="8"/>
                </a:cubicBezTo>
                <a:cubicBezTo>
                  <a:pt x="65" y="9"/>
                  <a:pt x="66" y="10"/>
                  <a:pt x="67" y="11"/>
                </a:cubicBezTo>
                <a:cubicBezTo>
                  <a:pt x="70" y="14"/>
                  <a:pt x="72" y="19"/>
                  <a:pt x="73" y="25"/>
                </a:cubicBezTo>
                <a:cubicBezTo>
                  <a:pt x="74" y="31"/>
                  <a:pt x="73" y="38"/>
                  <a:pt x="70" y="43"/>
                </a:cubicBezTo>
                <a:cubicBezTo>
                  <a:pt x="68" y="46"/>
                  <a:pt x="66" y="48"/>
                  <a:pt x="64" y="51"/>
                </a:cubicBezTo>
                <a:cubicBezTo>
                  <a:pt x="62" y="53"/>
                  <a:pt x="59" y="55"/>
                  <a:pt x="56" y="56"/>
                </a:cubicBezTo>
                <a:cubicBezTo>
                  <a:pt x="50" y="59"/>
                  <a:pt x="43" y="61"/>
                  <a:pt x="37" y="61"/>
                </a:cubicBezTo>
                <a:cubicBezTo>
                  <a:pt x="30" y="61"/>
                  <a:pt x="24" y="59"/>
                  <a:pt x="18" y="56"/>
                </a:cubicBezTo>
                <a:cubicBezTo>
                  <a:pt x="15" y="55"/>
                  <a:pt x="12" y="53"/>
                  <a:pt x="10" y="51"/>
                </a:cubicBezTo>
                <a:cubicBezTo>
                  <a:pt x="8" y="48"/>
                  <a:pt x="6" y="46"/>
                  <a:pt x="4" y="43"/>
                </a:cubicBezTo>
                <a:cubicBezTo>
                  <a:pt x="3" y="40"/>
                  <a:pt x="1" y="37"/>
                  <a:pt x="1" y="34"/>
                </a:cubicBezTo>
                <a:cubicBezTo>
                  <a:pt x="1" y="33"/>
                  <a:pt x="1" y="31"/>
                  <a:pt x="0" y="30"/>
                </a:cubicBezTo>
                <a:cubicBezTo>
                  <a:pt x="0" y="28"/>
                  <a:pt x="1" y="27"/>
                  <a:pt x="1" y="25"/>
                </a:cubicBezTo>
                <a:cubicBezTo>
                  <a:pt x="2" y="19"/>
                  <a:pt x="4" y="14"/>
                  <a:pt x="7" y="11"/>
                </a:cubicBezTo>
                <a:cubicBezTo>
                  <a:pt x="8" y="10"/>
                  <a:pt x="9" y="9"/>
                  <a:pt x="10" y="8"/>
                </a:cubicBezTo>
                <a:cubicBezTo>
                  <a:pt x="11" y="7"/>
                  <a:pt x="12" y="6"/>
                  <a:pt x="13" y="6"/>
                </a:cubicBezTo>
                <a:cubicBezTo>
                  <a:pt x="15" y="4"/>
                  <a:pt x="17" y="3"/>
                  <a:pt x="18" y="3"/>
                </a:cubicBezTo>
                <a:cubicBezTo>
                  <a:pt x="22" y="1"/>
                  <a:pt x="26" y="0"/>
                  <a:pt x="28" y="0"/>
                </a:cubicBezTo>
                <a:cubicBezTo>
                  <a:pt x="31" y="0"/>
                  <a:pt x="33" y="0"/>
                  <a:pt x="35" y="0"/>
                </a:cubicBezTo>
                <a:cubicBezTo>
                  <a:pt x="36" y="0"/>
                  <a:pt x="37" y="0"/>
                  <a:pt x="37" y="0"/>
                </a:cubicBezTo>
                <a:close/>
              </a:path>
            </a:pathLst>
          </a:custGeom>
          <a:solidFill>
            <a:srgbClr val="41404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917" name="Google Shape;917;p19"/>
          <p:cNvPicPr preferRelativeResize="0"/>
          <p:nvPr/>
        </p:nvPicPr>
        <p:blipFill rotWithShape="1">
          <a:blip r:embed="rId4">
            <a:alphaModFix/>
          </a:blip>
          <a:srcRect/>
          <a:stretch/>
        </p:blipFill>
        <p:spPr>
          <a:xfrm>
            <a:off x="2181225" y="2152650"/>
            <a:ext cx="596900" cy="957263"/>
          </a:xfrm>
          <a:prstGeom prst="rect">
            <a:avLst/>
          </a:prstGeom>
          <a:noFill/>
          <a:ln>
            <a:noFill/>
          </a:ln>
        </p:spPr>
      </p:pic>
      <p:pic>
        <p:nvPicPr>
          <p:cNvPr id="918" name="Google Shape;918;p19"/>
          <p:cNvPicPr preferRelativeResize="0"/>
          <p:nvPr/>
        </p:nvPicPr>
        <p:blipFill rotWithShape="1">
          <a:blip r:embed="rId5">
            <a:alphaModFix/>
          </a:blip>
          <a:srcRect/>
          <a:stretch/>
        </p:blipFill>
        <p:spPr>
          <a:xfrm>
            <a:off x="1339850" y="4913313"/>
            <a:ext cx="1385888" cy="679450"/>
          </a:xfrm>
          <a:prstGeom prst="rect">
            <a:avLst/>
          </a:prstGeom>
          <a:noFill/>
          <a:ln>
            <a:noFill/>
          </a:ln>
        </p:spPr>
      </p:pic>
      <p:pic>
        <p:nvPicPr>
          <p:cNvPr id="919" name="Google Shape;919;p19"/>
          <p:cNvPicPr preferRelativeResize="0"/>
          <p:nvPr/>
        </p:nvPicPr>
        <p:blipFill rotWithShape="1">
          <a:blip r:embed="rId6">
            <a:alphaModFix/>
          </a:blip>
          <a:srcRect/>
          <a:stretch/>
        </p:blipFill>
        <p:spPr>
          <a:xfrm>
            <a:off x="1841500" y="4913313"/>
            <a:ext cx="390525" cy="85725"/>
          </a:xfrm>
          <a:prstGeom prst="rect">
            <a:avLst/>
          </a:prstGeom>
          <a:noFill/>
          <a:ln>
            <a:noFill/>
          </a:ln>
        </p:spPr>
      </p:pic>
      <p:sp>
        <p:nvSpPr>
          <p:cNvPr id="939" name="Google Shape;939;p19"/>
          <p:cNvSpPr txBox="1"/>
          <p:nvPr/>
        </p:nvSpPr>
        <p:spPr>
          <a:xfrm>
            <a:off x="6629400" y="4486553"/>
            <a:ext cx="4648200"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a:solidFill>
                  <a:schemeClr val="lt1"/>
                </a:solidFill>
                <a:latin typeface="Arial"/>
                <a:ea typeface="Arial"/>
                <a:cs typeface="Arial"/>
                <a:sym typeface="Arial"/>
              </a:rPr>
              <a:t>Tích hợp API của ChatGPT để phát triển chức năng chatbot.</a:t>
            </a:r>
            <a:endParaRPr sz="1800">
              <a:solidFill>
                <a:schemeClr val="lt1"/>
              </a:solidFill>
              <a:latin typeface="Oi"/>
              <a:ea typeface="Oi"/>
              <a:cs typeface="Oi"/>
              <a:sym typeface="Oi"/>
            </a:endParaRPr>
          </a:p>
        </p:txBody>
      </p:sp>
      <p:sp>
        <p:nvSpPr>
          <p:cNvPr id="2" name="TextBox 4">
            <a:extLst>
              <a:ext uri="{FF2B5EF4-FFF2-40B4-BE49-F238E27FC236}">
                <a16:creationId xmlns:a16="http://schemas.microsoft.com/office/drawing/2014/main" id="{B7D02766-9302-6113-EB16-3418ED859164}"/>
              </a:ext>
            </a:extLst>
          </p:cNvPr>
          <p:cNvSpPr txBox="1"/>
          <p:nvPr/>
        </p:nvSpPr>
        <p:spPr>
          <a:xfrm>
            <a:off x="3243263" y="2152650"/>
            <a:ext cx="8335594" cy="3248453"/>
          </a:xfrm>
          <a:prstGeom prst="rect">
            <a:avLst/>
          </a:prstGeom>
        </p:spPr>
        <p:txBody>
          <a:bodyPr wrap="square" lIns="0" tIns="0" rIns="0" bIns="0" rtlCol="0" anchor="t">
            <a:spAutoFit/>
          </a:bodyPr>
          <a:lstStyle/>
          <a:p>
            <a:pPr marL="457200" indent="-457200" algn="just">
              <a:lnSpc>
                <a:spcPts val="4289"/>
              </a:lnSpc>
              <a:spcBef>
                <a:spcPct val="0"/>
              </a:spcBef>
              <a:buFontTx/>
              <a:buChar char="-"/>
            </a:pPr>
            <a:r>
              <a:rPr lang="vi-VN" sz="2600" dirty="0">
                <a:solidFill>
                  <a:srgbClr val="000000"/>
                </a:solidFill>
                <a:latin typeface="+mn-lt"/>
              </a:rPr>
              <a:t>Phát triển thêm tính năng thanh toán </a:t>
            </a:r>
            <a:r>
              <a:rPr lang="vi-VN" sz="2600" dirty="0" err="1">
                <a:solidFill>
                  <a:srgbClr val="000000"/>
                </a:solidFill>
                <a:latin typeface="+mn-lt"/>
              </a:rPr>
              <a:t>online</a:t>
            </a:r>
            <a:r>
              <a:rPr lang="vi-VN" sz="2600" dirty="0">
                <a:solidFill>
                  <a:srgbClr val="000000"/>
                </a:solidFill>
                <a:latin typeface="+mn-lt"/>
              </a:rPr>
              <a:t>.</a:t>
            </a:r>
            <a:endParaRPr lang="en-US" sz="2600" dirty="0">
              <a:solidFill>
                <a:srgbClr val="000000"/>
              </a:solidFill>
              <a:latin typeface="+mn-lt"/>
            </a:endParaRPr>
          </a:p>
          <a:p>
            <a:pPr marL="457200" indent="-457200" algn="just">
              <a:lnSpc>
                <a:spcPts val="4289"/>
              </a:lnSpc>
              <a:spcBef>
                <a:spcPct val="0"/>
              </a:spcBef>
              <a:buFontTx/>
              <a:buChar char="-"/>
            </a:pPr>
            <a:r>
              <a:rPr lang="en-US" sz="2600" dirty="0" err="1">
                <a:solidFill>
                  <a:srgbClr val="000000"/>
                </a:solidFill>
                <a:latin typeface="+mj-lt"/>
              </a:rPr>
              <a:t>Phát</a:t>
            </a:r>
            <a:r>
              <a:rPr lang="en-US" sz="2600" dirty="0">
                <a:solidFill>
                  <a:srgbClr val="000000"/>
                </a:solidFill>
                <a:latin typeface="+mj-lt"/>
              </a:rPr>
              <a:t> </a:t>
            </a:r>
            <a:r>
              <a:rPr lang="en-US" sz="2600" dirty="0" err="1">
                <a:solidFill>
                  <a:srgbClr val="000000"/>
                </a:solidFill>
                <a:latin typeface="+mj-lt"/>
              </a:rPr>
              <a:t>triển</a:t>
            </a:r>
            <a:r>
              <a:rPr lang="en-US" sz="2600" dirty="0">
                <a:solidFill>
                  <a:srgbClr val="000000"/>
                </a:solidFill>
                <a:latin typeface="+mj-lt"/>
              </a:rPr>
              <a:t> </a:t>
            </a:r>
            <a:r>
              <a:rPr lang="en-US" sz="2600" dirty="0" err="1">
                <a:solidFill>
                  <a:srgbClr val="000000"/>
                </a:solidFill>
                <a:latin typeface="+mj-lt"/>
              </a:rPr>
              <a:t>thêm</a:t>
            </a:r>
            <a:r>
              <a:rPr lang="en-US" sz="2600" dirty="0">
                <a:solidFill>
                  <a:srgbClr val="000000"/>
                </a:solidFill>
                <a:latin typeface="+mj-lt"/>
              </a:rPr>
              <a:t> </a:t>
            </a:r>
            <a:r>
              <a:rPr lang="en-US" sz="2600" dirty="0" err="1">
                <a:solidFill>
                  <a:srgbClr val="000000"/>
                </a:solidFill>
                <a:latin typeface="+mj-lt"/>
              </a:rPr>
              <a:t>tính</a:t>
            </a:r>
            <a:r>
              <a:rPr lang="en-US" sz="2600" dirty="0">
                <a:solidFill>
                  <a:srgbClr val="000000"/>
                </a:solidFill>
                <a:latin typeface="+mj-lt"/>
              </a:rPr>
              <a:t> </a:t>
            </a:r>
            <a:r>
              <a:rPr lang="en-US" sz="2600" dirty="0" err="1">
                <a:solidFill>
                  <a:srgbClr val="000000"/>
                </a:solidFill>
                <a:latin typeface="+mj-lt"/>
              </a:rPr>
              <a:t>năng</a:t>
            </a:r>
            <a:r>
              <a:rPr lang="en-US" sz="2600" dirty="0">
                <a:solidFill>
                  <a:srgbClr val="000000"/>
                </a:solidFill>
                <a:latin typeface="+mj-lt"/>
              </a:rPr>
              <a:t> </a:t>
            </a:r>
            <a:r>
              <a:rPr lang="en-US" sz="2600" dirty="0" err="1">
                <a:solidFill>
                  <a:srgbClr val="000000"/>
                </a:solidFill>
                <a:latin typeface="+mj-lt"/>
              </a:rPr>
              <a:t>giúp</a:t>
            </a:r>
            <a:r>
              <a:rPr lang="en-US" sz="2600" dirty="0">
                <a:solidFill>
                  <a:srgbClr val="000000"/>
                </a:solidFill>
                <a:latin typeface="+mj-lt"/>
              </a:rPr>
              <a:t> </a:t>
            </a:r>
            <a:r>
              <a:rPr lang="en-US" sz="2600" dirty="0" err="1">
                <a:solidFill>
                  <a:srgbClr val="000000"/>
                </a:solidFill>
                <a:latin typeface="+mj-lt"/>
              </a:rPr>
              <a:t>người</a:t>
            </a:r>
            <a:r>
              <a:rPr lang="en-US" sz="2600" dirty="0">
                <a:solidFill>
                  <a:srgbClr val="000000"/>
                </a:solidFill>
                <a:latin typeface="+mj-lt"/>
              </a:rPr>
              <a:t> </a:t>
            </a:r>
            <a:r>
              <a:rPr lang="en-US" sz="2600" dirty="0" err="1">
                <a:solidFill>
                  <a:srgbClr val="000000"/>
                </a:solidFill>
                <a:latin typeface="+mj-lt"/>
              </a:rPr>
              <a:t>dùng</a:t>
            </a:r>
            <a:r>
              <a:rPr lang="en-US" sz="2600" dirty="0">
                <a:solidFill>
                  <a:srgbClr val="000000"/>
                </a:solidFill>
                <a:latin typeface="+mj-lt"/>
              </a:rPr>
              <a:t> </a:t>
            </a:r>
            <a:r>
              <a:rPr lang="en-US" sz="2600" dirty="0" err="1">
                <a:solidFill>
                  <a:srgbClr val="000000"/>
                </a:solidFill>
                <a:latin typeface="+mj-lt"/>
              </a:rPr>
              <a:t>giao</a:t>
            </a:r>
            <a:r>
              <a:rPr lang="en-US" sz="2600" dirty="0">
                <a:solidFill>
                  <a:srgbClr val="000000"/>
                </a:solidFill>
                <a:latin typeface="+mj-lt"/>
              </a:rPr>
              <a:t> </a:t>
            </a:r>
            <a:r>
              <a:rPr lang="en-US" sz="2600" dirty="0" err="1">
                <a:solidFill>
                  <a:srgbClr val="000000"/>
                </a:solidFill>
                <a:latin typeface="+mj-lt"/>
              </a:rPr>
              <a:t>tiếp</a:t>
            </a:r>
            <a:r>
              <a:rPr lang="en-US" sz="2600" dirty="0">
                <a:solidFill>
                  <a:srgbClr val="000000"/>
                </a:solidFill>
                <a:latin typeface="+mj-lt"/>
              </a:rPr>
              <a:t> </a:t>
            </a:r>
            <a:r>
              <a:rPr lang="en-US" sz="2600" dirty="0" err="1">
                <a:solidFill>
                  <a:srgbClr val="000000"/>
                </a:solidFill>
                <a:latin typeface="+mj-lt"/>
              </a:rPr>
              <a:t>với</a:t>
            </a:r>
            <a:r>
              <a:rPr lang="en-US" sz="2600" dirty="0">
                <a:latin typeface="+mj-lt"/>
              </a:rPr>
              <a:t> </a:t>
            </a:r>
            <a:r>
              <a:rPr lang="en-US" sz="2600" dirty="0" err="1">
                <a:solidFill>
                  <a:srgbClr val="000000"/>
                </a:solidFill>
                <a:latin typeface="+mj-lt"/>
              </a:rPr>
              <a:t>quản</a:t>
            </a:r>
            <a:r>
              <a:rPr lang="en-US" sz="2600" dirty="0">
                <a:solidFill>
                  <a:srgbClr val="000000"/>
                </a:solidFill>
                <a:latin typeface="+mj-lt"/>
              </a:rPr>
              <a:t> </a:t>
            </a:r>
            <a:r>
              <a:rPr lang="en-US" sz="2600" dirty="0" err="1">
                <a:solidFill>
                  <a:srgbClr val="000000"/>
                </a:solidFill>
                <a:latin typeface="+mj-lt"/>
              </a:rPr>
              <a:t>trị</a:t>
            </a:r>
            <a:r>
              <a:rPr lang="en-US" sz="2600" dirty="0">
                <a:solidFill>
                  <a:srgbClr val="000000"/>
                </a:solidFill>
                <a:latin typeface="+mj-lt"/>
              </a:rPr>
              <a:t> </a:t>
            </a:r>
            <a:r>
              <a:rPr lang="en-US" sz="2600" dirty="0" err="1">
                <a:solidFill>
                  <a:srgbClr val="000000"/>
                </a:solidFill>
                <a:latin typeface="+mj-lt"/>
              </a:rPr>
              <a:t>viên</a:t>
            </a:r>
            <a:r>
              <a:rPr lang="en-US" sz="2600" dirty="0">
                <a:solidFill>
                  <a:srgbClr val="000000"/>
                </a:solidFill>
                <a:latin typeface="+mj-lt"/>
              </a:rPr>
              <a:t> </a:t>
            </a:r>
            <a:r>
              <a:rPr lang="en-US" sz="2600" dirty="0" err="1">
                <a:solidFill>
                  <a:srgbClr val="000000"/>
                </a:solidFill>
                <a:latin typeface="+mj-lt"/>
              </a:rPr>
              <a:t>để</a:t>
            </a:r>
            <a:r>
              <a:rPr lang="en-US" sz="2600" dirty="0">
                <a:solidFill>
                  <a:srgbClr val="000000"/>
                </a:solidFill>
                <a:latin typeface="+mj-lt"/>
              </a:rPr>
              <a:t> </a:t>
            </a:r>
            <a:r>
              <a:rPr lang="en-US" sz="2600" dirty="0" err="1">
                <a:solidFill>
                  <a:srgbClr val="000000"/>
                </a:solidFill>
                <a:latin typeface="+mj-lt"/>
              </a:rPr>
              <a:t>có</a:t>
            </a:r>
            <a:r>
              <a:rPr lang="en-US" sz="2600" dirty="0">
                <a:solidFill>
                  <a:srgbClr val="000000"/>
                </a:solidFill>
                <a:latin typeface="+mj-lt"/>
              </a:rPr>
              <a:t> </a:t>
            </a:r>
            <a:r>
              <a:rPr lang="en-US" sz="2600" dirty="0" err="1">
                <a:solidFill>
                  <a:srgbClr val="000000"/>
                </a:solidFill>
                <a:latin typeface="+mj-lt"/>
              </a:rPr>
              <a:t>sự</a:t>
            </a:r>
            <a:r>
              <a:rPr lang="en-US" sz="2600" dirty="0">
                <a:solidFill>
                  <a:srgbClr val="000000"/>
                </a:solidFill>
                <a:latin typeface="+mj-lt"/>
              </a:rPr>
              <a:t> </a:t>
            </a:r>
            <a:r>
              <a:rPr lang="en-US" sz="2600" dirty="0" err="1">
                <a:solidFill>
                  <a:srgbClr val="000000"/>
                </a:solidFill>
                <a:latin typeface="+mj-lt"/>
              </a:rPr>
              <a:t>hổ</a:t>
            </a:r>
            <a:r>
              <a:rPr lang="en-US" sz="2600" dirty="0">
                <a:solidFill>
                  <a:srgbClr val="000000"/>
                </a:solidFill>
                <a:latin typeface="+mj-lt"/>
              </a:rPr>
              <a:t> </a:t>
            </a:r>
            <a:r>
              <a:rPr lang="en-US" sz="2600" dirty="0" err="1">
                <a:solidFill>
                  <a:srgbClr val="000000"/>
                </a:solidFill>
                <a:latin typeface="+mj-lt"/>
              </a:rPr>
              <a:t>trợ</a:t>
            </a:r>
            <a:r>
              <a:rPr lang="en-US" sz="2600" dirty="0">
                <a:solidFill>
                  <a:srgbClr val="000000"/>
                </a:solidFill>
                <a:latin typeface="+mj-lt"/>
              </a:rPr>
              <a:t> </a:t>
            </a:r>
            <a:r>
              <a:rPr lang="en-US" sz="2600" dirty="0" err="1">
                <a:solidFill>
                  <a:srgbClr val="000000"/>
                </a:solidFill>
                <a:latin typeface="+mj-lt"/>
              </a:rPr>
              <a:t>tốt</a:t>
            </a:r>
            <a:r>
              <a:rPr lang="en-US" sz="2600" dirty="0">
                <a:solidFill>
                  <a:srgbClr val="000000"/>
                </a:solidFill>
                <a:latin typeface="+mj-lt"/>
              </a:rPr>
              <a:t> </a:t>
            </a:r>
            <a:r>
              <a:rPr lang="en-US" sz="2600" dirty="0" err="1">
                <a:solidFill>
                  <a:srgbClr val="000000"/>
                </a:solidFill>
                <a:latin typeface="+mj-lt"/>
              </a:rPr>
              <a:t>hơn</a:t>
            </a:r>
            <a:r>
              <a:rPr lang="en-US" sz="2600" dirty="0">
                <a:solidFill>
                  <a:srgbClr val="000000"/>
                </a:solidFill>
                <a:latin typeface="+mj-lt"/>
              </a:rPr>
              <a:t>.</a:t>
            </a:r>
          </a:p>
          <a:p>
            <a:pPr marL="457200" indent="-457200" algn="just">
              <a:lnSpc>
                <a:spcPts val="4289"/>
              </a:lnSpc>
              <a:spcBef>
                <a:spcPct val="0"/>
              </a:spcBef>
              <a:buFontTx/>
              <a:buChar char="-"/>
            </a:pPr>
            <a:r>
              <a:rPr lang="en-US" sz="2600" dirty="0" err="1">
                <a:solidFill>
                  <a:srgbClr val="000000"/>
                </a:solidFill>
                <a:latin typeface="+mj-lt"/>
              </a:rPr>
              <a:t>Thiết</a:t>
            </a:r>
            <a:r>
              <a:rPr lang="en-US" sz="2600" dirty="0">
                <a:solidFill>
                  <a:srgbClr val="000000"/>
                </a:solidFill>
                <a:latin typeface="+mj-lt"/>
              </a:rPr>
              <a:t> </a:t>
            </a:r>
            <a:r>
              <a:rPr lang="en-US" sz="2600" dirty="0" err="1">
                <a:solidFill>
                  <a:srgbClr val="000000"/>
                </a:solidFill>
                <a:latin typeface="+mj-lt"/>
              </a:rPr>
              <a:t>kế</a:t>
            </a:r>
            <a:r>
              <a:rPr lang="en-US" sz="2600" dirty="0">
                <a:solidFill>
                  <a:srgbClr val="000000"/>
                </a:solidFill>
                <a:latin typeface="+mj-lt"/>
              </a:rPr>
              <a:t> </a:t>
            </a:r>
            <a:r>
              <a:rPr lang="en-US" sz="2600" dirty="0" err="1">
                <a:solidFill>
                  <a:srgbClr val="000000"/>
                </a:solidFill>
                <a:latin typeface="+mj-lt"/>
              </a:rPr>
              <a:t>lại</a:t>
            </a:r>
            <a:r>
              <a:rPr lang="en-US" sz="2600" dirty="0">
                <a:solidFill>
                  <a:srgbClr val="000000"/>
                </a:solidFill>
                <a:latin typeface="+mj-lt"/>
              </a:rPr>
              <a:t> </a:t>
            </a:r>
            <a:r>
              <a:rPr lang="en-US" sz="2600" dirty="0" err="1">
                <a:solidFill>
                  <a:srgbClr val="000000"/>
                </a:solidFill>
                <a:latin typeface="+mj-lt"/>
              </a:rPr>
              <a:t>giao</a:t>
            </a:r>
            <a:r>
              <a:rPr lang="en-US" sz="2600" dirty="0">
                <a:solidFill>
                  <a:srgbClr val="000000"/>
                </a:solidFill>
                <a:latin typeface="+mj-lt"/>
              </a:rPr>
              <a:t> </a:t>
            </a:r>
            <a:r>
              <a:rPr lang="en-US" sz="2600" dirty="0" err="1">
                <a:solidFill>
                  <a:srgbClr val="000000"/>
                </a:solidFill>
                <a:latin typeface="+mj-lt"/>
              </a:rPr>
              <a:t>diện</a:t>
            </a:r>
            <a:r>
              <a:rPr lang="en-US" sz="2600" dirty="0">
                <a:solidFill>
                  <a:srgbClr val="000000"/>
                </a:solidFill>
                <a:latin typeface="+mj-lt"/>
              </a:rPr>
              <a:t> website </a:t>
            </a:r>
            <a:r>
              <a:rPr lang="en-US" sz="2600" dirty="0" err="1">
                <a:solidFill>
                  <a:srgbClr val="000000"/>
                </a:solidFill>
                <a:latin typeface="+mj-lt"/>
              </a:rPr>
              <a:t>để</a:t>
            </a:r>
            <a:r>
              <a:rPr lang="en-US" sz="2600" dirty="0">
                <a:solidFill>
                  <a:srgbClr val="000000"/>
                </a:solidFill>
                <a:latin typeface="+mj-lt"/>
              </a:rPr>
              <a:t> </a:t>
            </a:r>
            <a:r>
              <a:rPr lang="en-US" sz="2600" dirty="0" err="1">
                <a:solidFill>
                  <a:srgbClr val="000000"/>
                </a:solidFill>
                <a:latin typeface="+mj-lt"/>
              </a:rPr>
              <a:t>nó</a:t>
            </a:r>
            <a:r>
              <a:rPr lang="en-US" sz="2600" dirty="0">
                <a:solidFill>
                  <a:srgbClr val="000000"/>
                </a:solidFill>
                <a:latin typeface="+mj-lt"/>
              </a:rPr>
              <a:t> </a:t>
            </a:r>
            <a:r>
              <a:rPr lang="en-US" sz="2600" dirty="0" err="1">
                <a:solidFill>
                  <a:srgbClr val="000000"/>
                </a:solidFill>
                <a:latin typeface="+mj-lt"/>
              </a:rPr>
              <a:t>trở</a:t>
            </a:r>
            <a:r>
              <a:rPr lang="en-US" sz="2600" dirty="0">
                <a:solidFill>
                  <a:srgbClr val="000000"/>
                </a:solidFill>
                <a:latin typeface="+mj-lt"/>
              </a:rPr>
              <a:t> </a:t>
            </a:r>
            <a:r>
              <a:rPr lang="en-US" sz="2600" dirty="0" err="1">
                <a:solidFill>
                  <a:srgbClr val="000000"/>
                </a:solidFill>
                <a:latin typeface="+mj-lt"/>
              </a:rPr>
              <a:t>nên</a:t>
            </a:r>
            <a:r>
              <a:rPr lang="en-US" sz="2600" dirty="0">
                <a:solidFill>
                  <a:srgbClr val="000000"/>
                </a:solidFill>
                <a:latin typeface="+mj-lt"/>
              </a:rPr>
              <a:t> </a:t>
            </a:r>
            <a:r>
              <a:rPr lang="en-US" sz="2600" dirty="0" err="1">
                <a:solidFill>
                  <a:srgbClr val="000000"/>
                </a:solidFill>
                <a:latin typeface="+mj-lt"/>
              </a:rPr>
              <a:t>hấp</a:t>
            </a:r>
            <a:r>
              <a:rPr lang="en-US" sz="2600" dirty="0">
                <a:solidFill>
                  <a:srgbClr val="000000"/>
                </a:solidFill>
                <a:latin typeface="+mj-lt"/>
              </a:rPr>
              <a:t> </a:t>
            </a:r>
            <a:r>
              <a:rPr lang="en-US" sz="2600" dirty="0" err="1">
                <a:solidFill>
                  <a:srgbClr val="000000"/>
                </a:solidFill>
                <a:latin typeface="+mj-lt"/>
              </a:rPr>
              <a:t>dẫn</a:t>
            </a:r>
            <a:r>
              <a:rPr lang="en-US" sz="2600" dirty="0">
                <a:solidFill>
                  <a:srgbClr val="000000"/>
                </a:solidFill>
                <a:latin typeface="+mj-lt"/>
              </a:rPr>
              <a:t> </a:t>
            </a:r>
            <a:r>
              <a:rPr lang="en-US" sz="2600" dirty="0" err="1">
                <a:solidFill>
                  <a:srgbClr val="000000"/>
                </a:solidFill>
                <a:latin typeface="+mj-lt"/>
              </a:rPr>
              <a:t>và</a:t>
            </a:r>
            <a:r>
              <a:rPr lang="en-US" sz="2600" dirty="0">
                <a:solidFill>
                  <a:srgbClr val="000000"/>
                </a:solidFill>
                <a:latin typeface="+mj-lt"/>
              </a:rPr>
              <a:t> </a:t>
            </a:r>
            <a:r>
              <a:rPr lang="en-US" sz="2600" dirty="0" err="1">
                <a:solidFill>
                  <a:srgbClr val="000000"/>
                </a:solidFill>
                <a:latin typeface="+mj-lt"/>
              </a:rPr>
              <a:t>thu</a:t>
            </a:r>
            <a:r>
              <a:rPr lang="en-US" sz="2600" dirty="0">
                <a:solidFill>
                  <a:srgbClr val="000000"/>
                </a:solidFill>
                <a:latin typeface="+mj-lt"/>
              </a:rPr>
              <a:t> </a:t>
            </a:r>
            <a:r>
              <a:rPr lang="en-US" sz="2600" dirty="0" err="1">
                <a:solidFill>
                  <a:srgbClr val="000000"/>
                </a:solidFill>
                <a:latin typeface="+mj-lt"/>
              </a:rPr>
              <a:t>hút</a:t>
            </a:r>
            <a:r>
              <a:rPr lang="en-US" sz="2600" dirty="0">
                <a:solidFill>
                  <a:srgbClr val="000000"/>
                </a:solidFill>
                <a:latin typeface="+mj-lt"/>
              </a:rPr>
              <a:t> </a:t>
            </a:r>
            <a:r>
              <a:rPr lang="en-US" sz="2600" dirty="0" err="1">
                <a:solidFill>
                  <a:srgbClr val="000000"/>
                </a:solidFill>
                <a:latin typeface="+mj-lt"/>
              </a:rPr>
              <a:t>người</a:t>
            </a:r>
            <a:r>
              <a:rPr lang="en-US" sz="2600" dirty="0">
                <a:solidFill>
                  <a:srgbClr val="000000"/>
                </a:solidFill>
                <a:latin typeface="+mj-lt"/>
              </a:rPr>
              <a:t> </a:t>
            </a:r>
            <a:r>
              <a:rPr lang="en-US" sz="2600" dirty="0" err="1">
                <a:solidFill>
                  <a:srgbClr val="000000"/>
                </a:solidFill>
                <a:latin typeface="+mj-lt"/>
              </a:rPr>
              <a:t>dùng</a:t>
            </a:r>
            <a:r>
              <a:rPr lang="en-US" sz="2600" dirty="0">
                <a:solidFill>
                  <a:srgbClr val="000000"/>
                </a:solidFill>
                <a:latin typeface="+mj-lt"/>
              </a:rPr>
              <a:t>, </a:t>
            </a:r>
            <a:r>
              <a:rPr lang="en-US" sz="2600" dirty="0" err="1">
                <a:solidFill>
                  <a:srgbClr val="000000"/>
                </a:solidFill>
                <a:latin typeface="+mj-lt"/>
              </a:rPr>
              <a:t>tăng</a:t>
            </a:r>
            <a:r>
              <a:rPr lang="en-US" sz="2600" dirty="0">
                <a:solidFill>
                  <a:srgbClr val="000000"/>
                </a:solidFill>
                <a:latin typeface="+mj-lt"/>
              </a:rPr>
              <a:t> </a:t>
            </a:r>
            <a:r>
              <a:rPr lang="en-US" sz="2600" dirty="0" err="1">
                <a:solidFill>
                  <a:srgbClr val="000000"/>
                </a:solidFill>
                <a:latin typeface="+mj-lt"/>
              </a:rPr>
              <a:t>cường</a:t>
            </a:r>
            <a:r>
              <a:rPr lang="en-US" sz="2600" dirty="0">
                <a:solidFill>
                  <a:srgbClr val="000000"/>
                </a:solidFill>
                <a:latin typeface="+mj-lt"/>
              </a:rPr>
              <a:t> </a:t>
            </a:r>
            <a:r>
              <a:rPr lang="en-US" sz="2600" dirty="0" err="1">
                <a:solidFill>
                  <a:srgbClr val="000000"/>
                </a:solidFill>
                <a:latin typeface="+mj-lt"/>
              </a:rPr>
              <a:t>trải</a:t>
            </a:r>
            <a:r>
              <a:rPr lang="en-US" sz="2600" dirty="0">
                <a:solidFill>
                  <a:srgbClr val="000000"/>
                </a:solidFill>
                <a:latin typeface="+mj-lt"/>
              </a:rPr>
              <a:t> </a:t>
            </a:r>
            <a:r>
              <a:rPr lang="en-US" sz="2600" dirty="0" err="1">
                <a:solidFill>
                  <a:srgbClr val="000000"/>
                </a:solidFill>
                <a:latin typeface="+mj-lt"/>
              </a:rPr>
              <a:t>nghiệm</a:t>
            </a:r>
            <a:r>
              <a:rPr lang="en-US" sz="2600" dirty="0">
                <a:solidFill>
                  <a:srgbClr val="000000"/>
                </a:solidFill>
                <a:latin typeface="+mj-lt"/>
              </a:rPr>
              <a:t> </a:t>
            </a:r>
            <a:r>
              <a:rPr lang="en-US" sz="2600" dirty="0" err="1">
                <a:solidFill>
                  <a:srgbClr val="000000"/>
                </a:solidFill>
                <a:latin typeface="+mj-lt"/>
              </a:rPr>
              <a:t>người</a:t>
            </a:r>
            <a:r>
              <a:rPr lang="en-US" sz="2600" dirty="0">
                <a:solidFill>
                  <a:srgbClr val="000000"/>
                </a:solidFill>
                <a:latin typeface="+mj-lt"/>
              </a:rPr>
              <a:t> </a:t>
            </a:r>
            <a:r>
              <a:rPr lang="vi-VN" sz="2600" dirty="0">
                <a:solidFill>
                  <a:srgbClr val="000000"/>
                </a:solidFill>
                <a:latin typeface="+mj-lt"/>
              </a:rPr>
              <a:t>dùng</a:t>
            </a:r>
            <a:r>
              <a:rPr lang="en-US" sz="2600" dirty="0">
                <a:solidFill>
                  <a:srgbClr val="000000"/>
                </a:solidFill>
                <a:latin typeface="+mj-lt"/>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939"/>
                                        </p:tgtEl>
                                        <p:attrNameLst>
                                          <p:attrName>style.visibility</p:attrName>
                                        </p:attrNameLst>
                                      </p:cBhvr>
                                      <p:to>
                                        <p:strVal val="visible"/>
                                      </p:to>
                                    </p:set>
                                    <p:anim calcmode="lin" valueType="num">
                                      <p:cBhvr additive="base">
                                        <p:cTn id="7" dur="500"/>
                                        <p:tgtEl>
                                          <p:spTgt spid="9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46"/>
        <p:cNvGrpSpPr/>
        <p:nvPr/>
      </p:nvGrpSpPr>
      <p:grpSpPr>
        <a:xfrm>
          <a:off x="0" y="0"/>
          <a:ext cx="0" cy="0"/>
          <a:chOff x="0" y="0"/>
          <a:chExt cx="0" cy="0"/>
        </a:xfrm>
      </p:grpSpPr>
      <p:pic>
        <p:nvPicPr>
          <p:cNvPr id="947" name="Google Shape;947;p20"/>
          <p:cNvPicPr preferRelativeResize="0"/>
          <p:nvPr/>
        </p:nvPicPr>
        <p:blipFill rotWithShape="1">
          <a:blip r:embed="rId3">
            <a:alphaModFix/>
          </a:blip>
          <a:srcRect l="16827" r="16827"/>
          <a:stretch/>
        </p:blipFill>
        <p:spPr>
          <a:xfrm>
            <a:off x="5486400" y="360"/>
            <a:ext cx="6839640" cy="6857640"/>
          </a:xfrm>
          <a:prstGeom prst="rect">
            <a:avLst/>
          </a:prstGeom>
          <a:noFill/>
          <a:ln>
            <a:noFill/>
          </a:ln>
        </p:spPr>
      </p:pic>
      <p:sp>
        <p:nvSpPr>
          <p:cNvPr id="948" name="Google Shape;948;p20"/>
          <p:cNvSpPr/>
          <p:nvPr/>
        </p:nvSpPr>
        <p:spPr>
          <a:xfrm rot="10800000" flipH="1">
            <a:off x="11000520" y="5539"/>
            <a:ext cx="1325520" cy="1142640"/>
          </a:xfrm>
          <a:prstGeom prst="triangle">
            <a:avLst>
              <a:gd name="adj" fmla="val 50000"/>
            </a:avLst>
          </a:prstGeom>
          <a:solidFill>
            <a:srgbClr val="EB19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20"/>
          <p:cNvSpPr/>
          <p:nvPr/>
        </p:nvSpPr>
        <p:spPr>
          <a:xfrm rot="10800000" flipH="1">
            <a:off x="8458200" y="5539"/>
            <a:ext cx="1325520" cy="1142640"/>
          </a:xfrm>
          <a:prstGeom prst="triangle">
            <a:avLst>
              <a:gd name="adj" fmla="val 50000"/>
            </a:avLst>
          </a:prstGeom>
          <a:solidFill>
            <a:srgbClr val="8800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20"/>
          <p:cNvSpPr/>
          <p:nvPr/>
        </p:nvSpPr>
        <p:spPr>
          <a:xfrm rot="10800000" flipH="1">
            <a:off x="5486400" y="-11477"/>
            <a:ext cx="1325520" cy="1142640"/>
          </a:xfrm>
          <a:prstGeom prst="triangle">
            <a:avLst>
              <a:gd name="adj" fmla="val 50000"/>
            </a:avLst>
          </a:pr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20"/>
          <p:cNvSpPr/>
          <p:nvPr/>
        </p:nvSpPr>
        <p:spPr>
          <a:xfrm>
            <a:off x="855360" y="2327400"/>
            <a:ext cx="6218280" cy="143100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4400" b="1" strike="noStrike" dirty="0">
                <a:solidFill>
                  <a:srgbClr val="404040"/>
                </a:solidFill>
                <a:latin typeface="Calibri"/>
                <a:ea typeface="Calibri"/>
                <a:cs typeface="Calibri"/>
                <a:sym typeface="Calibri"/>
              </a:rPr>
              <a:t>THANK YOU </a:t>
            </a:r>
            <a:endParaRPr sz="4400" b="0" strike="noStrike"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4400" b="1" strike="noStrike" dirty="0">
                <a:solidFill>
                  <a:srgbClr val="FF3737"/>
                </a:solidFill>
                <a:latin typeface="Calibri"/>
                <a:ea typeface="Calibri"/>
                <a:cs typeface="Calibri"/>
                <a:sym typeface="Calibri"/>
              </a:rPr>
              <a:t>FOR WATCHING</a:t>
            </a:r>
            <a:endParaRPr sz="4400" b="0" strike="noStrike" dirty="0">
              <a:solidFill>
                <a:schemeClr val="dk1"/>
              </a:solidFill>
              <a:latin typeface="Arial"/>
              <a:ea typeface="Arial"/>
              <a:cs typeface="Arial"/>
              <a:sym typeface="Arial"/>
            </a:endParaRPr>
          </a:p>
        </p:txBody>
      </p:sp>
      <p:sp>
        <p:nvSpPr>
          <p:cNvPr id="952" name="Google Shape;952;p20"/>
          <p:cNvSpPr/>
          <p:nvPr/>
        </p:nvSpPr>
        <p:spPr>
          <a:xfrm>
            <a:off x="533400" y="4296860"/>
            <a:ext cx="4786320" cy="1406880"/>
          </a:xfrm>
          <a:prstGeom prst="rect">
            <a:avLst/>
          </a:prstGeom>
          <a:noFill/>
          <a:ln>
            <a:noFill/>
          </a:ln>
        </p:spPr>
        <p:txBody>
          <a:bodyPr spcFirstLastPara="1" wrap="square" lIns="90000" tIns="45000" rIns="90000" bIns="45000" anchor="t" anchorCtr="0">
            <a:spAutoFit/>
          </a:bodyPr>
          <a:lstStyle/>
          <a:p>
            <a:pPr marL="0" marR="0" lvl="0" indent="0" algn="l" rtl="0">
              <a:lnSpc>
                <a:spcPct val="120000"/>
              </a:lnSpc>
              <a:spcBef>
                <a:spcPts val="0"/>
              </a:spcBef>
              <a:spcAft>
                <a:spcPts val="0"/>
              </a:spcAft>
              <a:buNone/>
            </a:pPr>
            <a:r>
              <a:rPr lang="en-US" sz="2400" b="0" strike="noStrike" dirty="0" err="1">
                <a:solidFill>
                  <a:schemeClr val="tx1"/>
                </a:solidFill>
                <a:latin typeface="Calibri"/>
                <a:ea typeface="Calibri"/>
                <a:cs typeface="Calibri"/>
                <a:sym typeface="Calibri"/>
              </a:rPr>
              <a:t>Em</a:t>
            </a:r>
            <a:r>
              <a:rPr lang="en-US" sz="2400" b="0" strike="noStrike" dirty="0">
                <a:solidFill>
                  <a:schemeClr val="tx1"/>
                </a:solidFill>
                <a:latin typeface="Calibri"/>
                <a:ea typeface="Calibri"/>
                <a:cs typeface="Calibri"/>
                <a:sym typeface="Calibri"/>
              </a:rPr>
              <a:t> </a:t>
            </a:r>
            <a:r>
              <a:rPr lang="en-US" sz="2400" b="0" strike="noStrike" dirty="0" err="1">
                <a:solidFill>
                  <a:schemeClr val="tx1"/>
                </a:solidFill>
                <a:latin typeface="Calibri"/>
                <a:ea typeface="Calibri"/>
                <a:cs typeface="Calibri"/>
                <a:sym typeface="Calibri"/>
              </a:rPr>
              <a:t>xin</a:t>
            </a:r>
            <a:r>
              <a:rPr lang="en-US" sz="2400" b="0" strike="noStrike" dirty="0">
                <a:solidFill>
                  <a:schemeClr val="tx1"/>
                </a:solidFill>
                <a:latin typeface="Calibri"/>
                <a:ea typeface="Calibri"/>
                <a:cs typeface="Calibri"/>
                <a:sym typeface="Calibri"/>
              </a:rPr>
              <a:t> </a:t>
            </a:r>
            <a:r>
              <a:rPr lang="en-US" sz="2400" b="0" strike="noStrike" dirty="0" err="1">
                <a:solidFill>
                  <a:schemeClr val="tx1"/>
                </a:solidFill>
                <a:latin typeface="Calibri"/>
                <a:ea typeface="Calibri"/>
                <a:cs typeface="Calibri"/>
                <a:sym typeface="Calibri"/>
              </a:rPr>
              <a:t>chân</a:t>
            </a:r>
            <a:r>
              <a:rPr lang="en-US" sz="2400" b="0" strike="noStrike" dirty="0">
                <a:solidFill>
                  <a:schemeClr val="tx1"/>
                </a:solidFill>
                <a:latin typeface="Calibri"/>
                <a:ea typeface="Calibri"/>
                <a:cs typeface="Calibri"/>
                <a:sym typeface="Calibri"/>
              </a:rPr>
              <a:t> </a:t>
            </a:r>
            <a:r>
              <a:rPr lang="en-US" sz="2400" b="0" strike="noStrike" dirty="0" err="1">
                <a:solidFill>
                  <a:schemeClr val="tx1"/>
                </a:solidFill>
                <a:latin typeface="Calibri"/>
                <a:ea typeface="Calibri"/>
                <a:cs typeface="Calibri"/>
                <a:sym typeface="Calibri"/>
              </a:rPr>
              <a:t>thành</a:t>
            </a:r>
            <a:r>
              <a:rPr lang="en-US" sz="2400" b="0" strike="noStrike" dirty="0">
                <a:solidFill>
                  <a:schemeClr val="tx1"/>
                </a:solidFill>
                <a:latin typeface="Calibri"/>
                <a:ea typeface="Calibri"/>
                <a:cs typeface="Calibri"/>
                <a:sym typeface="Calibri"/>
              </a:rPr>
              <a:t> </a:t>
            </a:r>
            <a:r>
              <a:rPr lang="en-US" sz="2400" b="0" strike="noStrike" dirty="0" err="1">
                <a:solidFill>
                  <a:schemeClr val="tx1"/>
                </a:solidFill>
                <a:latin typeface="Calibri"/>
                <a:ea typeface="Calibri"/>
                <a:cs typeface="Calibri"/>
                <a:sym typeface="Calibri"/>
              </a:rPr>
              <a:t>cảm</a:t>
            </a:r>
            <a:r>
              <a:rPr lang="en-US" sz="2400" b="0" strike="noStrike" dirty="0">
                <a:solidFill>
                  <a:schemeClr val="tx1"/>
                </a:solidFill>
                <a:latin typeface="Calibri"/>
                <a:ea typeface="Calibri"/>
                <a:cs typeface="Calibri"/>
                <a:sym typeface="Calibri"/>
              </a:rPr>
              <a:t> </a:t>
            </a:r>
            <a:r>
              <a:rPr lang="en-US" sz="2400" b="0" strike="noStrike" dirty="0" err="1">
                <a:solidFill>
                  <a:schemeClr val="tx1"/>
                </a:solidFill>
                <a:latin typeface="Calibri"/>
                <a:ea typeface="Calibri"/>
                <a:cs typeface="Calibri"/>
                <a:sym typeface="Calibri"/>
              </a:rPr>
              <a:t>ơn</a:t>
            </a:r>
            <a:r>
              <a:rPr lang="en-US" sz="2400" b="0" strike="noStrike" dirty="0">
                <a:solidFill>
                  <a:schemeClr val="tx1"/>
                </a:solidFill>
                <a:latin typeface="Calibri"/>
                <a:ea typeface="Calibri"/>
                <a:cs typeface="Calibri"/>
                <a:sym typeface="Calibri"/>
              </a:rPr>
              <a:t> </a:t>
            </a:r>
            <a:r>
              <a:rPr lang="en-US" sz="2400" b="0" strike="noStrike" dirty="0" err="1">
                <a:solidFill>
                  <a:schemeClr val="tx1"/>
                </a:solidFill>
                <a:latin typeface="Calibri"/>
                <a:ea typeface="Calibri"/>
                <a:cs typeface="Calibri"/>
                <a:sym typeface="Calibri"/>
              </a:rPr>
              <a:t>hội</a:t>
            </a:r>
            <a:r>
              <a:rPr lang="en-US" sz="2400" b="0" strike="noStrike" dirty="0">
                <a:solidFill>
                  <a:schemeClr val="tx1"/>
                </a:solidFill>
                <a:latin typeface="Calibri"/>
                <a:ea typeface="Calibri"/>
                <a:cs typeface="Calibri"/>
                <a:sym typeface="Calibri"/>
              </a:rPr>
              <a:t> </a:t>
            </a:r>
            <a:r>
              <a:rPr lang="en-US" sz="2400" b="0" strike="noStrike" dirty="0" err="1">
                <a:solidFill>
                  <a:schemeClr val="tx1"/>
                </a:solidFill>
                <a:latin typeface="Calibri"/>
                <a:ea typeface="Calibri"/>
                <a:cs typeface="Calibri"/>
                <a:sym typeface="Calibri"/>
              </a:rPr>
              <a:t>đồng</a:t>
            </a:r>
            <a:r>
              <a:rPr lang="en-US" sz="2400" b="0" strike="noStrike" dirty="0">
                <a:solidFill>
                  <a:schemeClr val="tx1"/>
                </a:solidFill>
                <a:latin typeface="Calibri"/>
                <a:ea typeface="Calibri"/>
                <a:cs typeface="Calibri"/>
                <a:sym typeface="Calibri"/>
              </a:rPr>
              <a:t> </a:t>
            </a:r>
            <a:r>
              <a:rPr lang="en-US" sz="2400" b="0" strike="noStrike" dirty="0" err="1">
                <a:solidFill>
                  <a:schemeClr val="tx1"/>
                </a:solidFill>
                <a:latin typeface="Calibri"/>
                <a:ea typeface="Calibri"/>
                <a:cs typeface="Calibri"/>
                <a:sym typeface="Calibri"/>
              </a:rPr>
              <a:t>thầy</a:t>
            </a:r>
            <a:r>
              <a:rPr lang="en-US" sz="2400" b="0" strike="noStrike" dirty="0">
                <a:solidFill>
                  <a:schemeClr val="tx1"/>
                </a:solidFill>
                <a:latin typeface="Calibri"/>
                <a:ea typeface="Calibri"/>
                <a:cs typeface="Calibri"/>
                <a:sym typeface="Calibri"/>
              </a:rPr>
              <a:t> </a:t>
            </a:r>
            <a:r>
              <a:rPr lang="en-US" sz="2400" b="0" strike="noStrike" dirty="0" err="1">
                <a:solidFill>
                  <a:schemeClr val="tx1"/>
                </a:solidFill>
                <a:latin typeface="Calibri"/>
                <a:ea typeface="Calibri"/>
                <a:cs typeface="Calibri"/>
                <a:sym typeface="Calibri"/>
              </a:rPr>
              <a:t>cô</a:t>
            </a:r>
            <a:r>
              <a:rPr lang="en-US" sz="2400" b="0" strike="noStrike" dirty="0">
                <a:solidFill>
                  <a:schemeClr val="tx1"/>
                </a:solidFill>
                <a:latin typeface="Calibri"/>
                <a:ea typeface="Calibri"/>
                <a:cs typeface="Calibri"/>
                <a:sym typeface="Calibri"/>
              </a:rPr>
              <a:t> </a:t>
            </a:r>
            <a:r>
              <a:rPr lang="en-US" sz="2400" b="0" strike="noStrike" dirty="0" err="1">
                <a:solidFill>
                  <a:schemeClr val="tx1"/>
                </a:solidFill>
                <a:latin typeface="Calibri"/>
                <a:ea typeface="Calibri"/>
                <a:cs typeface="Calibri"/>
                <a:sym typeface="Calibri"/>
              </a:rPr>
              <a:t>đã</a:t>
            </a:r>
            <a:r>
              <a:rPr lang="en-US" sz="2400" b="0" strike="noStrike" dirty="0">
                <a:solidFill>
                  <a:schemeClr val="tx1"/>
                </a:solidFill>
                <a:latin typeface="Calibri"/>
                <a:ea typeface="Calibri"/>
                <a:cs typeface="Calibri"/>
                <a:sym typeface="Calibri"/>
              </a:rPr>
              <a:t> </a:t>
            </a:r>
            <a:r>
              <a:rPr lang="en-US" sz="2400" b="0" strike="noStrike" dirty="0" err="1">
                <a:solidFill>
                  <a:schemeClr val="tx1"/>
                </a:solidFill>
                <a:latin typeface="Calibri"/>
                <a:ea typeface="Calibri"/>
                <a:cs typeface="Calibri"/>
                <a:sym typeface="Calibri"/>
              </a:rPr>
              <a:t>lắng</a:t>
            </a:r>
            <a:r>
              <a:rPr lang="en-US" sz="2400" b="0" strike="noStrike" dirty="0">
                <a:solidFill>
                  <a:schemeClr val="tx1"/>
                </a:solidFill>
                <a:latin typeface="Calibri"/>
                <a:ea typeface="Calibri"/>
                <a:cs typeface="Calibri"/>
                <a:sym typeface="Calibri"/>
              </a:rPr>
              <a:t> </a:t>
            </a:r>
            <a:r>
              <a:rPr lang="en-US" sz="2400" b="0" strike="noStrike" dirty="0" err="1">
                <a:solidFill>
                  <a:schemeClr val="tx1"/>
                </a:solidFill>
                <a:latin typeface="Calibri"/>
                <a:ea typeface="Calibri"/>
                <a:cs typeface="Calibri"/>
                <a:sym typeface="Calibri"/>
              </a:rPr>
              <a:t>nghe</a:t>
            </a:r>
            <a:r>
              <a:rPr lang="en-US" sz="2400" b="0" strike="noStrike" dirty="0">
                <a:solidFill>
                  <a:schemeClr val="tx1"/>
                </a:solidFill>
                <a:latin typeface="Calibri"/>
                <a:ea typeface="Calibri"/>
                <a:cs typeface="Calibri"/>
                <a:sym typeface="Calibri"/>
              </a:rPr>
              <a:t> </a:t>
            </a:r>
            <a:r>
              <a:rPr lang="en-US" sz="2400" b="0" strike="noStrike" dirty="0" err="1">
                <a:solidFill>
                  <a:schemeClr val="tx1"/>
                </a:solidFill>
                <a:latin typeface="Calibri"/>
                <a:ea typeface="Calibri"/>
                <a:cs typeface="Calibri"/>
                <a:sym typeface="Calibri"/>
              </a:rPr>
              <a:t>và</a:t>
            </a:r>
            <a:r>
              <a:rPr lang="en-US" sz="2400" b="0" strike="noStrike" dirty="0">
                <a:solidFill>
                  <a:schemeClr val="tx1"/>
                </a:solidFill>
                <a:latin typeface="Calibri"/>
                <a:ea typeface="Calibri"/>
                <a:cs typeface="Calibri"/>
                <a:sym typeface="Calibri"/>
              </a:rPr>
              <a:t> </a:t>
            </a:r>
            <a:r>
              <a:rPr lang="en-US" sz="2400" b="0" strike="noStrike" dirty="0" err="1">
                <a:solidFill>
                  <a:schemeClr val="tx1"/>
                </a:solidFill>
                <a:latin typeface="Calibri"/>
                <a:ea typeface="Calibri"/>
                <a:cs typeface="Calibri"/>
                <a:sym typeface="Calibri"/>
              </a:rPr>
              <a:t>theo</a:t>
            </a:r>
            <a:r>
              <a:rPr lang="en-US" sz="2400" b="0" strike="noStrike" dirty="0">
                <a:solidFill>
                  <a:schemeClr val="tx1"/>
                </a:solidFill>
                <a:latin typeface="Calibri"/>
                <a:ea typeface="Calibri"/>
                <a:cs typeface="Calibri"/>
                <a:sym typeface="Calibri"/>
              </a:rPr>
              <a:t> </a:t>
            </a:r>
            <a:r>
              <a:rPr lang="en-US" sz="2400" b="0" strike="noStrike" dirty="0" err="1">
                <a:solidFill>
                  <a:schemeClr val="tx1"/>
                </a:solidFill>
                <a:latin typeface="Calibri"/>
                <a:ea typeface="Calibri"/>
                <a:cs typeface="Calibri"/>
                <a:sym typeface="Calibri"/>
              </a:rPr>
              <a:t>dõi</a:t>
            </a:r>
            <a:r>
              <a:rPr lang="en-US" sz="2400" b="0" strike="noStrike" dirty="0">
                <a:solidFill>
                  <a:schemeClr val="tx1"/>
                </a:solidFill>
                <a:latin typeface="Calibri"/>
                <a:ea typeface="Calibri"/>
                <a:cs typeface="Calibri"/>
                <a:sym typeface="Calibri"/>
              </a:rPr>
              <a:t> </a:t>
            </a:r>
            <a:r>
              <a:rPr lang="en-US" sz="2400" b="0" strike="noStrike" dirty="0" err="1">
                <a:solidFill>
                  <a:schemeClr val="tx1"/>
                </a:solidFill>
                <a:latin typeface="Calibri"/>
                <a:ea typeface="Calibri"/>
                <a:cs typeface="Calibri"/>
                <a:sym typeface="Calibri"/>
              </a:rPr>
              <a:t>bài</a:t>
            </a:r>
            <a:r>
              <a:rPr lang="en-US" sz="2400" b="0" strike="noStrike" dirty="0">
                <a:solidFill>
                  <a:schemeClr val="tx1"/>
                </a:solidFill>
                <a:latin typeface="Calibri"/>
                <a:ea typeface="Calibri"/>
                <a:cs typeface="Calibri"/>
                <a:sym typeface="Calibri"/>
              </a:rPr>
              <a:t> </a:t>
            </a:r>
            <a:r>
              <a:rPr lang="en-US" sz="2400" b="0" strike="noStrike" dirty="0" err="1">
                <a:solidFill>
                  <a:schemeClr val="tx1"/>
                </a:solidFill>
                <a:latin typeface="Calibri"/>
                <a:ea typeface="Calibri"/>
                <a:cs typeface="Calibri"/>
                <a:sym typeface="Calibri"/>
              </a:rPr>
              <a:t>thuyết</a:t>
            </a:r>
            <a:r>
              <a:rPr lang="en-US" sz="2400" b="0" strike="noStrike" dirty="0">
                <a:solidFill>
                  <a:schemeClr val="tx1"/>
                </a:solidFill>
                <a:latin typeface="Calibri"/>
                <a:ea typeface="Calibri"/>
                <a:cs typeface="Calibri"/>
                <a:sym typeface="Calibri"/>
              </a:rPr>
              <a:t> </a:t>
            </a:r>
            <a:r>
              <a:rPr lang="en-US" sz="2400" b="0" strike="noStrike" dirty="0" err="1">
                <a:solidFill>
                  <a:schemeClr val="tx1"/>
                </a:solidFill>
                <a:latin typeface="Calibri"/>
                <a:ea typeface="Calibri"/>
                <a:cs typeface="Calibri"/>
                <a:sym typeface="Calibri"/>
              </a:rPr>
              <a:t>trình</a:t>
            </a:r>
            <a:r>
              <a:rPr lang="en-US" sz="2400" b="0" strike="noStrike" dirty="0">
                <a:solidFill>
                  <a:schemeClr val="tx1"/>
                </a:solidFill>
                <a:latin typeface="Calibri"/>
                <a:ea typeface="Calibri"/>
                <a:cs typeface="Calibri"/>
                <a:sym typeface="Calibri"/>
              </a:rPr>
              <a:t> </a:t>
            </a:r>
            <a:r>
              <a:rPr lang="en-US" sz="2400" b="0" strike="noStrike" dirty="0" err="1">
                <a:solidFill>
                  <a:schemeClr val="tx1"/>
                </a:solidFill>
                <a:latin typeface="Calibri"/>
                <a:ea typeface="Calibri"/>
                <a:cs typeface="Calibri"/>
                <a:sym typeface="Calibri"/>
              </a:rPr>
              <a:t>của</a:t>
            </a:r>
            <a:r>
              <a:rPr lang="en-US" sz="2400" b="0" strike="noStrike" dirty="0">
                <a:solidFill>
                  <a:schemeClr val="tx1"/>
                </a:solidFill>
                <a:latin typeface="Calibri"/>
                <a:ea typeface="Calibri"/>
                <a:cs typeface="Calibri"/>
                <a:sym typeface="Calibri"/>
              </a:rPr>
              <a:t> </a:t>
            </a:r>
            <a:r>
              <a:rPr lang="en-US" sz="2400" dirty="0" err="1">
                <a:solidFill>
                  <a:schemeClr val="tx1"/>
                </a:solidFill>
                <a:latin typeface="Calibri"/>
                <a:ea typeface="Calibri"/>
                <a:cs typeface="Calibri"/>
                <a:sym typeface="Calibri"/>
              </a:rPr>
              <a:t>em</a:t>
            </a:r>
            <a:r>
              <a:rPr lang="en-US" sz="2400" dirty="0">
                <a:solidFill>
                  <a:schemeClr val="tx1"/>
                </a:solidFill>
                <a:latin typeface="Calibri"/>
                <a:ea typeface="Calibri"/>
                <a:cs typeface="Calibri"/>
                <a:sym typeface="Calibri"/>
              </a:rPr>
              <a:t>.</a:t>
            </a:r>
            <a:endParaRPr sz="2400" b="0" strike="noStrike" dirty="0">
              <a:solidFill>
                <a:schemeClr val="tx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778495"/>
      </a:dk2>
      <a:lt2>
        <a:srgbClr val="F0F0F0"/>
      </a:lt2>
      <a:accent1>
        <a:srgbClr val="FF3737"/>
      </a:accent1>
      <a:accent2>
        <a:srgbClr val="414141"/>
      </a:accent2>
      <a:accent3>
        <a:srgbClr val="FF3737"/>
      </a:accent3>
      <a:accent4>
        <a:srgbClr val="414141"/>
      </a:accent4>
      <a:accent5>
        <a:srgbClr val="FF3737"/>
      </a:accent5>
      <a:accent6>
        <a:srgbClr val="414141"/>
      </a:accent6>
      <a:hlink>
        <a:srgbClr val="262626"/>
      </a:hlink>
      <a:folHlink>
        <a:srgbClr val="3F3F3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778495"/>
      </a:dk2>
      <a:lt2>
        <a:srgbClr val="F0F0F0"/>
      </a:lt2>
      <a:accent1>
        <a:srgbClr val="FF3737"/>
      </a:accent1>
      <a:accent2>
        <a:srgbClr val="414141"/>
      </a:accent2>
      <a:accent3>
        <a:srgbClr val="FF3737"/>
      </a:accent3>
      <a:accent4>
        <a:srgbClr val="414141"/>
      </a:accent4>
      <a:accent5>
        <a:srgbClr val="FF3737"/>
      </a:accent5>
      <a:accent6>
        <a:srgbClr val="414141"/>
      </a:accent6>
      <a:hlink>
        <a:srgbClr val="262626"/>
      </a:hlink>
      <a:folHlink>
        <a:srgbClr val="3F3F3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778495"/>
      </a:dk2>
      <a:lt2>
        <a:srgbClr val="F0F0F0"/>
      </a:lt2>
      <a:accent1>
        <a:srgbClr val="FF3737"/>
      </a:accent1>
      <a:accent2>
        <a:srgbClr val="414141"/>
      </a:accent2>
      <a:accent3>
        <a:srgbClr val="FF3737"/>
      </a:accent3>
      <a:accent4>
        <a:srgbClr val="414141"/>
      </a:accent4>
      <a:accent5>
        <a:srgbClr val="FF3737"/>
      </a:accent5>
      <a:accent6>
        <a:srgbClr val="414141"/>
      </a:accent6>
      <a:hlink>
        <a:srgbClr val="262626"/>
      </a:hlink>
      <a:folHlink>
        <a:srgbClr val="3F3F3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778495"/>
      </a:dk2>
      <a:lt2>
        <a:srgbClr val="F0F0F0"/>
      </a:lt2>
      <a:accent1>
        <a:srgbClr val="FF3737"/>
      </a:accent1>
      <a:accent2>
        <a:srgbClr val="414141"/>
      </a:accent2>
      <a:accent3>
        <a:srgbClr val="FF3737"/>
      </a:accent3>
      <a:accent4>
        <a:srgbClr val="414141"/>
      </a:accent4>
      <a:accent5>
        <a:srgbClr val="FF3737"/>
      </a:accent5>
      <a:accent6>
        <a:srgbClr val="414141"/>
      </a:accent6>
      <a:hlink>
        <a:srgbClr val="262626"/>
      </a:hlink>
      <a:folHlink>
        <a:srgbClr val="3F3F3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778495"/>
      </a:dk2>
      <a:lt2>
        <a:srgbClr val="F0F0F0"/>
      </a:lt2>
      <a:accent1>
        <a:srgbClr val="FF3737"/>
      </a:accent1>
      <a:accent2>
        <a:srgbClr val="414141"/>
      </a:accent2>
      <a:accent3>
        <a:srgbClr val="FF3737"/>
      </a:accent3>
      <a:accent4>
        <a:srgbClr val="414141"/>
      </a:accent4>
      <a:accent5>
        <a:srgbClr val="FF3737"/>
      </a:accent5>
      <a:accent6>
        <a:srgbClr val="414141"/>
      </a:accent6>
      <a:hlink>
        <a:srgbClr val="262626"/>
      </a:hlink>
      <a:folHlink>
        <a:srgbClr val="3F3F3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rgbClr val="000000"/>
      </a:dk1>
      <a:lt1>
        <a:srgbClr val="FFFFFF"/>
      </a:lt1>
      <a:dk2>
        <a:srgbClr val="778495"/>
      </a:dk2>
      <a:lt2>
        <a:srgbClr val="F0F0F0"/>
      </a:lt2>
      <a:accent1>
        <a:srgbClr val="FF3737"/>
      </a:accent1>
      <a:accent2>
        <a:srgbClr val="414141"/>
      </a:accent2>
      <a:accent3>
        <a:srgbClr val="FF3737"/>
      </a:accent3>
      <a:accent4>
        <a:srgbClr val="414141"/>
      </a:accent4>
      <a:accent5>
        <a:srgbClr val="FF3737"/>
      </a:accent5>
      <a:accent6>
        <a:srgbClr val="414141"/>
      </a:accent6>
      <a:hlink>
        <a:srgbClr val="262626"/>
      </a:hlink>
      <a:folHlink>
        <a:srgbClr val="3F3F3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750</TotalTime>
  <Words>1346</Words>
  <Application>Microsoft Office PowerPoint</Application>
  <PresentationFormat>Widescreen</PresentationFormat>
  <Paragraphs>145</Paragraphs>
  <Slides>19</Slides>
  <Notes>18</Notes>
  <HiddenSlides>0</HiddenSlides>
  <MMClips>0</MMClips>
  <ScaleCrop>false</ScaleCrop>
  <HeadingPairs>
    <vt:vector size="6" baseType="variant">
      <vt:variant>
        <vt:lpstr>Fonts Used</vt:lpstr>
      </vt:variant>
      <vt:variant>
        <vt:i4>9</vt:i4>
      </vt:variant>
      <vt:variant>
        <vt:lpstr>Theme</vt:lpstr>
      </vt:variant>
      <vt:variant>
        <vt:i4>5</vt:i4>
      </vt:variant>
      <vt:variant>
        <vt:lpstr>Slide Titles</vt:lpstr>
      </vt:variant>
      <vt:variant>
        <vt:i4>19</vt:i4>
      </vt:variant>
    </vt:vector>
  </HeadingPairs>
  <TitlesOfParts>
    <vt:vector size="33" baseType="lpstr">
      <vt:lpstr>Noto Sans</vt:lpstr>
      <vt:lpstr>Times New Roman</vt:lpstr>
      <vt:lpstr>Calibri</vt:lpstr>
      <vt:lpstr>Oi</vt:lpstr>
      <vt:lpstr>Arial</vt:lpstr>
      <vt:lpstr>Wingdings</vt:lpstr>
      <vt:lpstr>Century Gothic</vt:lpstr>
      <vt:lpstr>Microsoft Yahei</vt:lpstr>
      <vt:lpstr>Microsoft Yahei</vt:lpstr>
      <vt:lpstr>Office Theme</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MỤC TIÊU ĐỀ TÀI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Hai</dc:creator>
  <cp:lastModifiedBy>DAI NGUYEN TIEN</cp:lastModifiedBy>
  <cp:revision>46</cp:revision>
  <dcterms:created xsi:type="dcterms:W3CDTF">2017-11-02T08:38:29Z</dcterms:created>
  <dcterms:modified xsi:type="dcterms:W3CDTF">2025-01-02T12:39:09Z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15.0000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16</vt:i4>
  </property>
  <property fmtid="{D5CDD505-2E9C-101B-9397-08002B2CF9AE}" pid="8" name="PresentationFormat">
    <vt:lpwstr>Widescreen</vt:lpwstr>
  </property>
  <property fmtid="{D5CDD505-2E9C-101B-9397-08002B2CF9AE}" pid="9" name="ScaleCrop">
    <vt:bool>false</vt:bool>
  </property>
  <property fmtid="{D5CDD505-2E9C-101B-9397-08002B2CF9AE}" pid="10" name="ShareDoc">
    <vt:bool>false</vt:bool>
  </property>
  <property fmtid="{D5CDD505-2E9C-101B-9397-08002B2CF9AE}" pid="11" name="Slides">
    <vt:i4>17</vt:i4>
  </property>
</Properties>
</file>